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2" r:id="rId2"/>
  </p:sldMasterIdLst>
  <p:notesMasterIdLst>
    <p:notesMasterId r:id="rId11"/>
  </p:notesMasterIdLst>
  <p:sldIdLst>
    <p:sldId id="256" r:id="rId3"/>
    <p:sldId id="473" r:id="rId4"/>
    <p:sldId id="474" r:id="rId5"/>
    <p:sldId id="475" r:id="rId6"/>
    <p:sldId id="476" r:id="rId7"/>
    <p:sldId id="477" r:id="rId8"/>
    <p:sldId id="478" r:id="rId9"/>
    <p:sldId id="46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DF7"/>
    <a:srgbClr val="2F5597"/>
    <a:srgbClr val="D9D9D9"/>
    <a:srgbClr val="F2F2F2"/>
    <a:srgbClr val="FF0000"/>
    <a:srgbClr val="DEEBF7"/>
    <a:srgbClr val="E7B182"/>
    <a:srgbClr val="ACE1E0"/>
    <a:srgbClr val="F2D6ED"/>
    <a:srgbClr val="C6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51"/>
    <p:restoredTop sz="96604"/>
  </p:normalViewPr>
  <p:slideViewPr>
    <p:cSldViewPr snapToGrid="0">
      <p:cViewPr varScale="1">
        <p:scale>
          <a:sx n="155" d="100"/>
          <a:sy n="155" d="100"/>
        </p:scale>
        <p:origin x="2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5F210-E2A7-E049-B727-5315F71D0B8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E8178-EBCB-744D-8DEB-8B26C93D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1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27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1E5EC-FDF9-A4A7-831E-8BFB39AE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EE21B"/>
                </a:solidFill>
              </a:defRPr>
            </a:lvl1pPr>
          </a:lstStyle>
          <a:p>
            <a:fld id="{59B0C7C6-4DB5-A64D-B24E-470A75BAED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84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D9D7C9-CEF5-A36A-DC79-CD3ED8DA3589}"/>
              </a:ext>
            </a:extLst>
          </p:cNvPr>
          <p:cNvGrpSpPr/>
          <p:nvPr userDrawn="1"/>
        </p:nvGrpSpPr>
        <p:grpSpPr>
          <a:xfrm>
            <a:off x="-489167" y="6300226"/>
            <a:ext cx="9682862" cy="745199"/>
            <a:chOff x="-489167" y="6300226"/>
            <a:chExt cx="9682862" cy="7451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4102C0-9096-CB90-5DAF-748F8A88036A}"/>
                </a:ext>
              </a:extLst>
            </p:cNvPr>
            <p:cNvSpPr/>
            <p:nvPr userDrawn="1"/>
          </p:nvSpPr>
          <p:spPr>
            <a:xfrm>
              <a:off x="-15498" y="6480312"/>
              <a:ext cx="9180576" cy="393185"/>
            </a:xfrm>
            <a:prstGeom prst="rect">
              <a:avLst/>
            </a:prstGeom>
            <a:solidFill>
              <a:srgbClr val="0A6233"/>
            </a:solidFill>
            <a:ln>
              <a:solidFill>
                <a:srgbClr val="0A6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6" name="Picture 2" descr="IS Media Services UO - YouTube">
              <a:extLst>
                <a:ext uri="{FF2B5EF4-FFF2-40B4-BE49-F238E27FC236}">
                  <a16:creationId xmlns:a16="http://schemas.microsoft.com/office/drawing/2014/main" id="{54ECF157-CA1E-8E3E-06D8-8741DCA5D9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clrChange>
                <a:clrFrom>
                  <a:srgbClr val="231F1E"/>
                </a:clrFrom>
                <a:clrTo>
                  <a:srgbClr val="231F1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6380" y="6392425"/>
              <a:ext cx="577315" cy="577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Footer Placeholder 9">
              <a:extLst>
                <a:ext uri="{FF2B5EF4-FFF2-40B4-BE49-F238E27FC236}">
                  <a16:creationId xmlns:a16="http://schemas.microsoft.com/office/drawing/2014/main" id="{81E816C4-555D-2F33-2137-BBB80CB95A4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-489167" y="6300226"/>
              <a:ext cx="7695036" cy="74519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lang="en-US" sz="2000" b="1" kern="1200" smtClean="0">
                  <a:solidFill>
                    <a:srgbClr val="FEE21B"/>
                  </a:solidFill>
                  <a:latin typeface="+mn-lt"/>
                  <a:ea typeface="+mn-ea"/>
                  <a:cs typeface="Forte Forward" panose="020F050202020403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dirty="0"/>
                <a:t>Knowledge Intelligence for Discovery and Decision-making (KIND) Lab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C16621E-E6D7-6CB0-465A-C367CC648842}"/>
              </a:ext>
            </a:extLst>
          </p:cNvPr>
          <p:cNvGrpSpPr/>
          <p:nvPr userDrawn="1"/>
        </p:nvGrpSpPr>
        <p:grpSpPr>
          <a:xfrm>
            <a:off x="131086" y="-1"/>
            <a:ext cx="1220636" cy="1633441"/>
            <a:chOff x="299380" y="5424321"/>
            <a:chExt cx="1320040" cy="176645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1C2F33F-0851-65B6-2A39-2B6AF7B87177}"/>
                </a:ext>
              </a:extLst>
            </p:cNvPr>
            <p:cNvSpPr/>
            <p:nvPr/>
          </p:nvSpPr>
          <p:spPr>
            <a:xfrm>
              <a:off x="299380" y="5709149"/>
              <a:ext cx="1320040" cy="1481631"/>
            </a:xfrm>
            <a:custGeom>
              <a:avLst/>
              <a:gdLst>
                <a:gd name="connsiteX0" fmla="*/ 15438 w 1320040"/>
                <a:gd name="connsiteY0" fmla="*/ 412128 h 1481631"/>
                <a:gd name="connsiteX1" fmla="*/ 96718 w 1320040"/>
                <a:gd name="connsiteY1" fmla="*/ 513728 h 1481631"/>
                <a:gd name="connsiteX2" fmla="*/ 210510 w 1320040"/>
                <a:gd name="connsiteY2" fmla="*/ 603136 h 1481631"/>
                <a:gd name="connsiteX3" fmla="*/ 377134 w 1320040"/>
                <a:gd name="connsiteY3" fmla="*/ 647840 h 1481631"/>
                <a:gd name="connsiteX4" fmla="*/ 527502 w 1320040"/>
                <a:gd name="connsiteY4" fmla="*/ 647840 h 1481631"/>
                <a:gd name="connsiteX5" fmla="*/ 759150 w 1320040"/>
                <a:gd name="connsiteY5" fmla="*/ 550304 h 1481631"/>
                <a:gd name="connsiteX6" fmla="*/ 913582 w 1320040"/>
                <a:gd name="connsiteY6" fmla="*/ 379616 h 1481631"/>
                <a:gd name="connsiteX7" fmla="*/ 994862 w 1320040"/>
                <a:gd name="connsiteY7" fmla="*/ 180480 h 1481631"/>
                <a:gd name="connsiteX8" fmla="*/ 962350 w 1320040"/>
                <a:gd name="connsiteY8" fmla="*/ 1664 h 1481631"/>
                <a:gd name="connsiteX9" fmla="*/ 1076142 w 1320040"/>
                <a:gd name="connsiteY9" fmla="*/ 99200 h 1481631"/>
                <a:gd name="connsiteX10" fmla="*/ 1157422 w 1320040"/>
                <a:gd name="connsiteY10" fmla="*/ 233312 h 1481631"/>
                <a:gd name="connsiteX11" fmla="*/ 1214318 w 1320040"/>
                <a:gd name="connsiteY11" fmla="*/ 448704 h 1481631"/>
                <a:gd name="connsiteX12" fmla="*/ 1177742 w 1320040"/>
                <a:gd name="connsiteY12" fmla="*/ 517792 h 1481631"/>
                <a:gd name="connsiteX13" fmla="*/ 1246830 w 1320040"/>
                <a:gd name="connsiteY13" fmla="*/ 615328 h 1481631"/>
                <a:gd name="connsiteX14" fmla="*/ 1319982 w 1320040"/>
                <a:gd name="connsiteY14" fmla="*/ 716928 h 1481631"/>
                <a:gd name="connsiteX15" fmla="*/ 1234638 w 1320040"/>
                <a:gd name="connsiteY15" fmla="*/ 802272 h 1481631"/>
                <a:gd name="connsiteX16" fmla="*/ 1210254 w 1320040"/>
                <a:gd name="connsiteY16" fmla="*/ 834784 h 1481631"/>
                <a:gd name="connsiteX17" fmla="*/ 1246830 w 1320040"/>
                <a:gd name="connsiteY17" fmla="*/ 883552 h 1481631"/>
                <a:gd name="connsiteX18" fmla="*/ 1202126 w 1320040"/>
                <a:gd name="connsiteY18" fmla="*/ 924192 h 1481631"/>
                <a:gd name="connsiteX19" fmla="*/ 1214318 w 1320040"/>
                <a:gd name="connsiteY19" fmla="*/ 964832 h 1481631"/>
                <a:gd name="connsiteX20" fmla="*/ 1189934 w 1320040"/>
                <a:gd name="connsiteY20" fmla="*/ 1005472 h 1481631"/>
                <a:gd name="connsiteX21" fmla="*/ 1202126 w 1320040"/>
                <a:gd name="connsiteY21" fmla="*/ 1139584 h 1481631"/>
                <a:gd name="connsiteX22" fmla="*/ 1157422 w 1320040"/>
                <a:gd name="connsiteY22" fmla="*/ 1196480 h 1481631"/>
                <a:gd name="connsiteX23" fmla="*/ 1072078 w 1320040"/>
                <a:gd name="connsiteY23" fmla="*/ 1216800 h 1481631"/>
                <a:gd name="connsiteX24" fmla="*/ 942030 w 1320040"/>
                <a:gd name="connsiteY24" fmla="*/ 1200544 h 1481631"/>
                <a:gd name="connsiteX25" fmla="*/ 877006 w 1320040"/>
                <a:gd name="connsiteY25" fmla="*/ 1257440 h 1481631"/>
                <a:gd name="connsiteX26" fmla="*/ 860750 w 1320040"/>
                <a:gd name="connsiteY26" fmla="*/ 1472832 h 1481631"/>
                <a:gd name="connsiteX27" fmla="*/ 665678 w 1320040"/>
                <a:gd name="connsiteY27" fmla="*/ 1428128 h 1481631"/>
                <a:gd name="connsiteX28" fmla="*/ 515310 w 1320040"/>
                <a:gd name="connsiteY28" fmla="*/ 1318400 h 1481631"/>
                <a:gd name="connsiteX29" fmla="*/ 336494 w 1320040"/>
                <a:gd name="connsiteY29" fmla="*/ 1306208 h 1481631"/>
                <a:gd name="connsiteX30" fmla="*/ 198318 w 1320040"/>
                <a:gd name="connsiteY30" fmla="*/ 1342784 h 1481631"/>
                <a:gd name="connsiteX31" fmla="*/ 214574 w 1320040"/>
                <a:gd name="connsiteY31" fmla="*/ 1233056 h 1481631"/>
                <a:gd name="connsiteX32" fmla="*/ 202382 w 1320040"/>
                <a:gd name="connsiteY32" fmla="*/ 981088 h 1481631"/>
                <a:gd name="connsiteX33" fmla="*/ 92654 w 1320040"/>
                <a:gd name="connsiteY33" fmla="*/ 745376 h 1481631"/>
                <a:gd name="connsiteX34" fmla="*/ 7310 w 1320040"/>
                <a:gd name="connsiteY34" fmla="*/ 570624 h 1481631"/>
                <a:gd name="connsiteX35" fmla="*/ 15438 w 1320040"/>
                <a:gd name="connsiteY35" fmla="*/ 412128 h 148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20040" h="1481631">
                  <a:moveTo>
                    <a:pt x="15438" y="412128"/>
                  </a:moveTo>
                  <a:cubicBezTo>
                    <a:pt x="30339" y="402645"/>
                    <a:pt x="64206" y="481893"/>
                    <a:pt x="96718" y="513728"/>
                  </a:cubicBezTo>
                  <a:cubicBezTo>
                    <a:pt x="129230" y="545563"/>
                    <a:pt x="163774" y="580784"/>
                    <a:pt x="210510" y="603136"/>
                  </a:cubicBezTo>
                  <a:cubicBezTo>
                    <a:pt x="257246" y="625488"/>
                    <a:pt x="324302" y="640389"/>
                    <a:pt x="377134" y="647840"/>
                  </a:cubicBezTo>
                  <a:cubicBezTo>
                    <a:pt x="429966" y="655291"/>
                    <a:pt x="463833" y="664096"/>
                    <a:pt x="527502" y="647840"/>
                  </a:cubicBezTo>
                  <a:cubicBezTo>
                    <a:pt x="591171" y="631584"/>
                    <a:pt x="694803" y="595008"/>
                    <a:pt x="759150" y="550304"/>
                  </a:cubicBezTo>
                  <a:cubicBezTo>
                    <a:pt x="823497" y="505600"/>
                    <a:pt x="874297" y="441253"/>
                    <a:pt x="913582" y="379616"/>
                  </a:cubicBezTo>
                  <a:cubicBezTo>
                    <a:pt x="952867" y="317979"/>
                    <a:pt x="986734" y="243472"/>
                    <a:pt x="994862" y="180480"/>
                  </a:cubicBezTo>
                  <a:cubicBezTo>
                    <a:pt x="1002990" y="117488"/>
                    <a:pt x="948803" y="15211"/>
                    <a:pt x="962350" y="1664"/>
                  </a:cubicBezTo>
                  <a:cubicBezTo>
                    <a:pt x="975897" y="-11883"/>
                    <a:pt x="1043630" y="60592"/>
                    <a:pt x="1076142" y="99200"/>
                  </a:cubicBezTo>
                  <a:cubicBezTo>
                    <a:pt x="1108654" y="137808"/>
                    <a:pt x="1134393" y="175061"/>
                    <a:pt x="1157422" y="233312"/>
                  </a:cubicBezTo>
                  <a:cubicBezTo>
                    <a:pt x="1180451" y="291563"/>
                    <a:pt x="1210931" y="401291"/>
                    <a:pt x="1214318" y="448704"/>
                  </a:cubicBezTo>
                  <a:cubicBezTo>
                    <a:pt x="1217705" y="496117"/>
                    <a:pt x="1172323" y="490021"/>
                    <a:pt x="1177742" y="517792"/>
                  </a:cubicBezTo>
                  <a:cubicBezTo>
                    <a:pt x="1183161" y="545563"/>
                    <a:pt x="1223123" y="582139"/>
                    <a:pt x="1246830" y="615328"/>
                  </a:cubicBezTo>
                  <a:cubicBezTo>
                    <a:pt x="1270537" y="648517"/>
                    <a:pt x="1322014" y="685771"/>
                    <a:pt x="1319982" y="716928"/>
                  </a:cubicBezTo>
                  <a:cubicBezTo>
                    <a:pt x="1317950" y="748085"/>
                    <a:pt x="1252926" y="782629"/>
                    <a:pt x="1234638" y="802272"/>
                  </a:cubicBezTo>
                  <a:cubicBezTo>
                    <a:pt x="1216350" y="821915"/>
                    <a:pt x="1208222" y="821237"/>
                    <a:pt x="1210254" y="834784"/>
                  </a:cubicBezTo>
                  <a:cubicBezTo>
                    <a:pt x="1212286" y="848331"/>
                    <a:pt x="1248185" y="868651"/>
                    <a:pt x="1246830" y="883552"/>
                  </a:cubicBezTo>
                  <a:cubicBezTo>
                    <a:pt x="1245475" y="898453"/>
                    <a:pt x="1207545" y="910645"/>
                    <a:pt x="1202126" y="924192"/>
                  </a:cubicBezTo>
                  <a:cubicBezTo>
                    <a:pt x="1196707" y="937739"/>
                    <a:pt x="1216350" y="951285"/>
                    <a:pt x="1214318" y="964832"/>
                  </a:cubicBezTo>
                  <a:cubicBezTo>
                    <a:pt x="1212286" y="978379"/>
                    <a:pt x="1191966" y="976347"/>
                    <a:pt x="1189934" y="1005472"/>
                  </a:cubicBezTo>
                  <a:cubicBezTo>
                    <a:pt x="1187902" y="1034597"/>
                    <a:pt x="1207545" y="1107749"/>
                    <a:pt x="1202126" y="1139584"/>
                  </a:cubicBezTo>
                  <a:cubicBezTo>
                    <a:pt x="1196707" y="1171419"/>
                    <a:pt x="1179097" y="1183611"/>
                    <a:pt x="1157422" y="1196480"/>
                  </a:cubicBezTo>
                  <a:cubicBezTo>
                    <a:pt x="1135747" y="1209349"/>
                    <a:pt x="1107977" y="1216123"/>
                    <a:pt x="1072078" y="1216800"/>
                  </a:cubicBezTo>
                  <a:cubicBezTo>
                    <a:pt x="1036179" y="1217477"/>
                    <a:pt x="974542" y="1193771"/>
                    <a:pt x="942030" y="1200544"/>
                  </a:cubicBezTo>
                  <a:cubicBezTo>
                    <a:pt x="909518" y="1207317"/>
                    <a:pt x="890553" y="1212059"/>
                    <a:pt x="877006" y="1257440"/>
                  </a:cubicBezTo>
                  <a:cubicBezTo>
                    <a:pt x="863459" y="1302821"/>
                    <a:pt x="895971" y="1444384"/>
                    <a:pt x="860750" y="1472832"/>
                  </a:cubicBezTo>
                  <a:cubicBezTo>
                    <a:pt x="825529" y="1501280"/>
                    <a:pt x="723251" y="1453867"/>
                    <a:pt x="665678" y="1428128"/>
                  </a:cubicBezTo>
                  <a:cubicBezTo>
                    <a:pt x="608105" y="1402389"/>
                    <a:pt x="570174" y="1338720"/>
                    <a:pt x="515310" y="1318400"/>
                  </a:cubicBezTo>
                  <a:cubicBezTo>
                    <a:pt x="460446" y="1298080"/>
                    <a:pt x="389326" y="1302144"/>
                    <a:pt x="336494" y="1306208"/>
                  </a:cubicBezTo>
                  <a:cubicBezTo>
                    <a:pt x="283662" y="1310272"/>
                    <a:pt x="218638" y="1354976"/>
                    <a:pt x="198318" y="1342784"/>
                  </a:cubicBezTo>
                  <a:cubicBezTo>
                    <a:pt x="177998" y="1330592"/>
                    <a:pt x="213897" y="1293339"/>
                    <a:pt x="214574" y="1233056"/>
                  </a:cubicBezTo>
                  <a:cubicBezTo>
                    <a:pt x="215251" y="1172773"/>
                    <a:pt x="222702" y="1062368"/>
                    <a:pt x="202382" y="981088"/>
                  </a:cubicBezTo>
                  <a:cubicBezTo>
                    <a:pt x="182062" y="899808"/>
                    <a:pt x="125166" y="813787"/>
                    <a:pt x="92654" y="745376"/>
                  </a:cubicBezTo>
                  <a:cubicBezTo>
                    <a:pt x="60142" y="676965"/>
                    <a:pt x="20857" y="625488"/>
                    <a:pt x="7310" y="570624"/>
                  </a:cubicBezTo>
                  <a:cubicBezTo>
                    <a:pt x="-6237" y="515760"/>
                    <a:pt x="537" y="421611"/>
                    <a:pt x="15438" y="412128"/>
                  </a:cubicBezTo>
                  <a:close/>
                </a:path>
              </a:pathLst>
            </a:custGeom>
            <a:solidFill>
              <a:srgbClr val="F9E4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colorful circle with black lines&#10;&#10;Description automatically generated with medium confidence">
              <a:extLst>
                <a:ext uri="{FF2B5EF4-FFF2-40B4-BE49-F238E27FC236}">
                  <a16:creationId xmlns:a16="http://schemas.microsoft.com/office/drawing/2014/main" id="{C5F67F00-6CFA-7C97-636A-F836743FC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 amt="85000"/>
            </a:blip>
            <a:stretch>
              <a:fillRect/>
            </a:stretch>
          </p:blipFill>
          <p:spPr>
            <a:xfrm rot="18444827">
              <a:off x="384508" y="5422527"/>
              <a:ext cx="853142" cy="85672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72797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8BE6EFA-21A1-892A-A7D4-B918ECE9DDA1}"/>
              </a:ext>
            </a:extLst>
          </p:cNvPr>
          <p:cNvGrpSpPr/>
          <p:nvPr userDrawn="1"/>
        </p:nvGrpSpPr>
        <p:grpSpPr>
          <a:xfrm>
            <a:off x="-15498" y="6392425"/>
            <a:ext cx="9209193" cy="577315"/>
            <a:chOff x="-15498" y="6392425"/>
            <a:chExt cx="9209193" cy="57731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F9EB4F-9FA6-D5DA-6D78-30088710E6F4}"/>
                </a:ext>
              </a:extLst>
            </p:cNvPr>
            <p:cNvSpPr/>
            <p:nvPr userDrawn="1"/>
          </p:nvSpPr>
          <p:spPr>
            <a:xfrm>
              <a:off x="-15498" y="6480312"/>
              <a:ext cx="9180576" cy="393185"/>
            </a:xfrm>
            <a:prstGeom prst="rect">
              <a:avLst/>
            </a:prstGeom>
            <a:solidFill>
              <a:srgbClr val="0A6233"/>
            </a:solidFill>
            <a:ln>
              <a:solidFill>
                <a:srgbClr val="0A6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Picture 2" descr="IS Media Services UO - YouTube">
              <a:extLst>
                <a:ext uri="{FF2B5EF4-FFF2-40B4-BE49-F238E27FC236}">
                  <a16:creationId xmlns:a16="http://schemas.microsoft.com/office/drawing/2014/main" id="{59D5FAF3-6C82-AB92-586F-A5F2FAF164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clrChange>
                <a:clrFrom>
                  <a:srgbClr val="231F1E"/>
                </a:clrFrom>
                <a:clrTo>
                  <a:srgbClr val="231F1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6380" y="6392425"/>
              <a:ext cx="577315" cy="577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212DB1-B67F-0DB4-7C66-30466E2FAD0E}"/>
              </a:ext>
            </a:extLst>
          </p:cNvPr>
          <p:cNvCxnSpPr/>
          <p:nvPr userDrawn="1"/>
        </p:nvCxnSpPr>
        <p:spPr>
          <a:xfrm>
            <a:off x="-7749" y="749508"/>
            <a:ext cx="918057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3236DD-7CCF-BD62-D495-87510442AA55}"/>
              </a:ext>
            </a:extLst>
          </p:cNvPr>
          <p:cNvCxnSpPr/>
          <p:nvPr userDrawn="1"/>
        </p:nvCxnSpPr>
        <p:spPr>
          <a:xfrm>
            <a:off x="-15498" y="715838"/>
            <a:ext cx="9180576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9D3F8039-8B16-9BE6-5315-365889DC3E98}"/>
              </a:ext>
            </a:extLst>
          </p:cNvPr>
          <p:cNvGrpSpPr/>
          <p:nvPr userDrawn="1"/>
        </p:nvGrpSpPr>
        <p:grpSpPr>
          <a:xfrm>
            <a:off x="8566685" y="0"/>
            <a:ext cx="512415" cy="685708"/>
            <a:chOff x="299380" y="5424321"/>
            <a:chExt cx="1320040" cy="176645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A0ED1B1-50C0-A94C-AC73-C69312FBCFFF}"/>
                </a:ext>
              </a:extLst>
            </p:cNvPr>
            <p:cNvSpPr/>
            <p:nvPr/>
          </p:nvSpPr>
          <p:spPr>
            <a:xfrm>
              <a:off x="299380" y="5709149"/>
              <a:ext cx="1320040" cy="1481631"/>
            </a:xfrm>
            <a:custGeom>
              <a:avLst/>
              <a:gdLst>
                <a:gd name="connsiteX0" fmla="*/ 15438 w 1320040"/>
                <a:gd name="connsiteY0" fmla="*/ 412128 h 1481631"/>
                <a:gd name="connsiteX1" fmla="*/ 96718 w 1320040"/>
                <a:gd name="connsiteY1" fmla="*/ 513728 h 1481631"/>
                <a:gd name="connsiteX2" fmla="*/ 210510 w 1320040"/>
                <a:gd name="connsiteY2" fmla="*/ 603136 h 1481631"/>
                <a:gd name="connsiteX3" fmla="*/ 377134 w 1320040"/>
                <a:gd name="connsiteY3" fmla="*/ 647840 h 1481631"/>
                <a:gd name="connsiteX4" fmla="*/ 527502 w 1320040"/>
                <a:gd name="connsiteY4" fmla="*/ 647840 h 1481631"/>
                <a:gd name="connsiteX5" fmla="*/ 759150 w 1320040"/>
                <a:gd name="connsiteY5" fmla="*/ 550304 h 1481631"/>
                <a:gd name="connsiteX6" fmla="*/ 913582 w 1320040"/>
                <a:gd name="connsiteY6" fmla="*/ 379616 h 1481631"/>
                <a:gd name="connsiteX7" fmla="*/ 994862 w 1320040"/>
                <a:gd name="connsiteY7" fmla="*/ 180480 h 1481631"/>
                <a:gd name="connsiteX8" fmla="*/ 962350 w 1320040"/>
                <a:gd name="connsiteY8" fmla="*/ 1664 h 1481631"/>
                <a:gd name="connsiteX9" fmla="*/ 1076142 w 1320040"/>
                <a:gd name="connsiteY9" fmla="*/ 99200 h 1481631"/>
                <a:gd name="connsiteX10" fmla="*/ 1157422 w 1320040"/>
                <a:gd name="connsiteY10" fmla="*/ 233312 h 1481631"/>
                <a:gd name="connsiteX11" fmla="*/ 1214318 w 1320040"/>
                <a:gd name="connsiteY11" fmla="*/ 448704 h 1481631"/>
                <a:gd name="connsiteX12" fmla="*/ 1177742 w 1320040"/>
                <a:gd name="connsiteY12" fmla="*/ 517792 h 1481631"/>
                <a:gd name="connsiteX13" fmla="*/ 1246830 w 1320040"/>
                <a:gd name="connsiteY13" fmla="*/ 615328 h 1481631"/>
                <a:gd name="connsiteX14" fmla="*/ 1319982 w 1320040"/>
                <a:gd name="connsiteY14" fmla="*/ 716928 h 1481631"/>
                <a:gd name="connsiteX15" fmla="*/ 1234638 w 1320040"/>
                <a:gd name="connsiteY15" fmla="*/ 802272 h 1481631"/>
                <a:gd name="connsiteX16" fmla="*/ 1210254 w 1320040"/>
                <a:gd name="connsiteY16" fmla="*/ 834784 h 1481631"/>
                <a:gd name="connsiteX17" fmla="*/ 1246830 w 1320040"/>
                <a:gd name="connsiteY17" fmla="*/ 883552 h 1481631"/>
                <a:gd name="connsiteX18" fmla="*/ 1202126 w 1320040"/>
                <a:gd name="connsiteY18" fmla="*/ 924192 h 1481631"/>
                <a:gd name="connsiteX19" fmla="*/ 1214318 w 1320040"/>
                <a:gd name="connsiteY19" fmla="*/ 964832 h 1481631"/>
                <a:gd name="connsiteX20" fmla="*/ 1189934 w 1320040"/>
                <a:gd name="connsiteY20" fmla="*/ 1005472 h 1481631"/>
                <a:gd name="connsiteX21" fmla="*/ 1202126 w 1320040"/>
                <a:gd name="connsiteY21" fmla="*/ 1139584 h 1481631"/>
                <a:gd name="connsiteX22" fmla="*/ 1157422 w 1320040"/>
                <a:gd name="connsiteY22" fmla="*/ 1196480 h 1481631"/>
                <a:gd name="connsiteX23" fmla="*/ 1072078 w 1320040"/>
                <a:gd name="connsiteY23" fmla="*/ 1216800 h 1481631"/>
                <a:gd name="connsiteX24" fmla="*/ 942030 w 1320040"/>
                <a:gd name="connsiteY24" fmla="*/ 1200544 h 1481631"/>
                <a:gd name="connsiteX25" fmla="*/ 877006 w 1320040"/>
                <a:gd name="connsiteY25" fmla="*/ 1257440 h 1481631"/>
                <a:gd name="connsiteX26" fmla="*/ 860750 w 1320040"/>
                <a:gd name="connsiteY26" fmla="*/ 1472832 h 1481631"/>
                <a:gd name="connsiteX27" fmla="*/ 665678 w 1320040"/>
                <a:gd name="connsiteY27" fmla="*/ 1428128 h 1481631"/>
                <a:gd name="connsiteX28" fmla="*/ 515310 w 1320040"/>
                <a:gd name="connsiteY28" fmla="*/ 1318400 h 1481631"/>
                <a:gd name="connsiteX29" fmla="*/ 336494 w 1320040"/>
                <a:gd name="connsiteY29" fmla="*/ 1306208 h 1481631"/>
                <a:gd name="connsiteX30" fmla="*/ 198318 w 1320040"/>
                <a:gd name="connsiteY30" fmla="*/ 1342784 h 1481631"/>
                <a:gd name="connsiteX31" fmla="*/ 214574 w 1320040"/>
                <a:gd name="connsiteY31" fmla="*/ 1233056 h 1481631"/>
                <a:gd name="connsiteX32" fmla="*/ 202382 w 1320040"/>
                <a:gd name="connsiteY32" fmla="*/ 981088 h 1481631"/>
                <a:gd name="connsiteX33" fmla="*/ 92654 w 1320040"/>
                <a:gd name="connsiteY33" fmla="*/ 745376 h 1481631"/>
                <a:gd name="connsiteX34" fmla="*/ 7310 w 1320040"/>
                <a:gd name="connsiteY34" fmla="*/ 570624 h 1481631"/>
                <a:gd name="connsiteX35" fmla="*/ 15438 w 1320040"/>
                <a:gd name="connsiteY35" fmla="*/ 412128 h 148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20040" h="1481631">
                  <a:moveTo>
                    <a:pt x="15438" y="412128"/>
                  </a:moveTo>
                  <a:cubicBezTo>
                    <a:pt x="30339" y="402645"/>
                    <a:pt x="64206" y="481893"/>
                    <a:pt x="96718" y="513728"/>
                  </a:cubicBezTo>
                  <a:cubicBezTo>
                    <a:pt x="129230" y="545563"/>
                    <a:pt x="163774" y="580784"/>
                    <a:pt x="210510" y="603136"/>
                  </a:cubicBezTo>
                  <a:cubicBezTo>
                    <a:pt x="257246" y="625488"/>
                    <a:pt x="324302" y="640389"/>
                    <a:pt x="377134" y="647840"/>
                  </a:cubicBezTo>
                  <a:cubicBezTo>
                    <a:pt x="429966" y="655291"/>
                    <a:pt x="463833" y="664096"/>
                    <a:pt x="527502" y="647840"/>
                  </a:cubicBezTo>
                  <a:cubicBezTo>
                    <a:pt x="591171" y="631584"/>
                    <a:pt x="694803" y="595008"/>
                    <a:pt x="759150" y="550304"/>
                  </a:cubicBezTo>
                  <a:cubicBezTo>
                    <a:pt x="823497" y="505600"/>
                    <a:pt x="874297" y="441253"/>
                    <a:pt x="913582" y="379616"/>
                  </a:cubicBezTo>
                  <a:cubicBezTo>
                    <a:pt x="952867" y="317979"/>
                    <a:pt x="986734" y="243472"/>
                    <a:pt x="994862" y="180480"/>
                  </a:cubicBezTo>
                  <a:cubicBezTo>
                    <a:pt x="1002990" y="117488"/>
                    <a:pt x="948803" y="15211"/>
                    <a:pt x="962350" y="1664"/>
                  </a:cubicBezTo>
                  <a:cubicBezTo>
                    <a:pt x="975897" y="-11883"/>
                    <a:pt x="1043630" y="60592"/>
                    <a:pt x="1076142" y="99200"/>
                  </a:cubicBezTo>
                  <a:cubicBezTo>
                    <a:pt x="1108654" y="137808"/>
                    <a:pt x="1134393" y="175061"/>
                    <a:pt x="1157422" y="233312"/>
                  </a:cubicBezTo>
                  <a:cubicBezTo>
                    <a:pt x="1180451" y="291563"/>
                    <a:pt x="1210931" y="401291"/>
                    <a:pt x="1214318" y="448704"/>
                  </a:cubicBezTo>
                  <a:cubicBezTo>
                    <a:pt x="1217705" y="496117"/>
                    <a:pt x="1172323" y="490021"/>
                    <a:pt x="1177742" y="517792"/>
                  </a:cubicBezTo>
                  <a:cubicBezTo>
                    <a:pt x="1183161" y="545563"/>
                    <a:pt x="1223123" y="582139"/>
                    <a:pt x="1246830" y="615328"/>
                  </a:cubicBezTo>
                  <a:cubicBezTo>
                    <a:pt x="1270537" y="648517"/>
                    <a:pt x="1322014" y="685771"/>
                    <a:pt x="1319982" y="716928"/>
                  </a:cubicBezTo>
                  <a:cubicBezTo>
                    <a:pt x="1317950" y="748085"/>
                    <a:pt x="1252926" y="782629"/>
                    <a:pt x="1234638" y="802272"/>
                  </a:cubicBezTo>
                  <a:cubicBezTo>
                    <a:pt x="1216350" y="821915"/>
                    <a:pt x="1208222" y="821237"/>
                    <a:pt x="1210254" y="834784"/>
                  </a:cubicBezTo>
                  <a:cubicBezTo>
                    <a:pt x="1212286" y="848331"/>
                    <a:pt x="1248185" y="868651"/>
                    <a:pt x="1246830" y="883552"/>
                  </a:cubicBezTo>
                  <a:cubicBezTo>
                    <a:pt x="1245475" y="898453"/>
                    <a:pt x="1207545" y="910645"/>
                    <a:pt x="1202126" y="924192"/>
                  </a:cubicBezTo>
                  <a:cubicBezTo>
                    <a:pt x="1196707" y="937739"/>
                    <a:pt x="1216350" y="951285"/>
                    <a:pt x="1214318" y="964832"/>
                  </a:cubicBezTo>
                  <a:cubicBezTo>
                    <a:pt x="1212286" y="978379"/>
                    <a:pt x="1191966" y="976347"/>
                    <a:pt x="1189934" y="1005472"/>
                  </a:cubicBezTo>
                  <a:cubicBezTo>
                    <a:pt x="1187902" y="1034597"/>
                    <a:pt x="1207545" y="1107749"/>
                    <a:pt x="1202126" y="1139584"/>
                  </a:cubicBezTo>
                  <a:cubicBezTo>
                    <a:pt x="1196707" y="1171419"/>
                    <a:pt x="1179097" y="1183611"/>
                    <a:pt x="1157422" y="1196480"/>
                  </a:cubicBezTo>
                  <a:cubicBezTo>
                    <a:pt x="1135747" y="1209349"/>
                    <a:pt x="1107977" y="1216123"/>
                    <a:pt x="1072078" y="1216800"/>
                  </a:cubicBezTo>
                  <a:cubicBezTo>
                    <a:pt x="1036179" y="1217477"/>
                    <a:pt x="974542" y="1193771"/>
                    <a:pt x="942030" y="1200544"/>
                  </a:cubicBezTo>
                  <a:cubicBezTo>
                    <a:pt x="909518" y="1207317"/>
                    <a:pt x="890553" y="1212059"/>
                    <a:pt x="877006" y="1257440"/>
                  </a:cubicBezTo>
                  <a:cubicBezTo>
                    <a:pt x="863459" y="1302821"/>
                    <a:pt x="895971" y="1444384"/>
                    <a:pt x="860750" y="1472832"/>
                  </a:cubicBezTo>
                  <a:cubicBezTo>
                    <a:pt x="825529" y="1501280"/>
                    <a:pt x="723251" y="1453867"/>
                    <a:pt x="665678" y="1428128"/>
                  </a:cubicBezTo>
                  <a:cubicBezTo>
                    <a:pt x="608105" y="1402389"/>
                    <a:pt x="570174" y="1338720"/>
                    <a:pt x="515310" y="1318400"/>
                  </a:cubicBezTo>
                  <a:cubicBezTo>
                    <a:pt x="460446" y="1298080"/>
                    <a:pt x="389326" y="1302144"/>
                    <a:pt x="336494" y="1306208"/>
                  </a:cubicBezTo>
                  <a:cubicBezTo>
                    <a:pt x="283662" y="1310272"/>
                    <a:pt x="218638" y="1354976"/>
                    <a:pt x="198318" y="1342784"/>
                  </a:cubicBezTo>
                  <a:cubicBezTo>
                    <a:pt x="177998" y="1330592"/>
                    <a:pt x="213897" y="1293339"/>
                    <a:pt x="214574" y="1233056"/>
                  </a:cubicBezTo>
                  <a:cubicBezTo>
                    <a:pt x="215251" y="1172773"/>
                    <a:pt x="222702" y="1062368"/>
                    <a:pt x="202382" y="981088"/>
                  </a:cubicBezTo>
                  <a:cubicBezTo>
                    <a:pt x="182062" y="899808"/>
                    <a:pt x="125166" y="813787"/>
                    <a:pt x="92654" y="745376"/>
                  </a:cubicBezTo>
                  <a:cubicBezTo>
                    <a:pt x="60142" y="676965"/>
                    <a:pt x="20857" y="625488"/>
                    <a:pt x="7310" y="570624"/>
                  </a:cubicBezTo>
                  <a:cubicBezTo>
                    <a:pt x="-6237" y="515760"/>
                    <a:pt x="537" y="421611"/>
                    <a:pt x="15438" y="412128"/>
                  </a:cubicBezTo>
                  <a:close/>
                </a:path>
              </a:pathLst>
            </a:custGeom>
            <a:solidFill>
              <a:srgbClr val="F9E4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colorful circle with black lines&#10;&#10;Description automatically generated with medium confidence">
              <a:extLst>
                <a:ext uri="{FF2B5EF4-FFF2-40B4-BE49-F238E27FC236}">
                  <a16:creationId xmlns:a16="http://schemas.microsoft.com/office/drawing/2014/main" id="{CBC98DD7-0515-A0FA-6C61-90006BC43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 amt="85000"/>
            </a:blip>
            <a:stretch>
              <a:fillRect/>
            </a:stretch>
          </p:blipFill>
          <p:spPr>
            <a:xfrm rot="18444827">
              <a:off x="384508" y="5422527"/>
              <a:ext cx="853142" cy="85672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9" name="Footer Placeholder 9">
            <a:extLst>
              <a:ext uri="{FF2B5EF4-FFF2-40B4-BE49-F238E27FC236}">
                <a16:creationId xmlns:a16="http://schemas.microsoft.com/office/drawing/2014/main" id="{B6F43062-6036-288E-037C-58C244617DB4}"/>
              </a:ext>
            </a:extLst>
          </p:cNvPr>
          <p:cNvSpPr txBox="1">
            <a:spLocks/>
          </p:cNvSpPr>
          <p:nvPr userDrawn="1"/>
        </p:nvSpPr>
        <p:spPr>
          <a:xfrm>
            <a:off x="-15498" y="6292971"/>
            <a:ext cx="1943146" cy="7451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2000" b="1" kern="1200" smtClean="0">
                <a:solidFill>
                  <a:srgbClr val="FEE21B"/>
                </a:solidFill>
                <a:latin typeface="+mn-lt"/>
                <a:ea typeface="+mn-ea"/>
                <a:cs typeface="Forte Forward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KIND</a:t>
            </a:r>
            <a:endParaRPr lang="en-US" sz="1800" dirty="0"/>
          </a:p>
          <a:p>
            <a:pPr algn="l"/>
            <a:r>
              <a:rPr lang="en-US" sz="900" dirty="0" err="1"/>
              <a:t>kindlab-fly.github.io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3561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uwang0103.github.io/" TargetMode="External"/><Relationship Id="rId2" Type="http://schemas.openxmlformats.org/officeDocument/2006/relationships/hyperlink" Target="https://ml-graph.github.io/spring-2026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kindlab-fly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8726B7-B106-F242-3A92-ABA0749A984D}"/>
              </a:ext>
            </a:extLst>
          </p:cNvPr>
          <p:cNvSpPr txBox="1"/>
          <p:nvPr/>
        </p:nvSpPr>
        <p:spPr>
          <a:xfrm>
            <a:off x="841972" y="1943723"/>
            <a:ext cx="7460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Gen-AI</a:t>
            </a:r>
          </a:p>
          <a:p>
            <a:pPr algn="ctr"/>
            <a:endParaRPr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Adversarial Network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A7134-20FA-99AE-F002-1F9AB583CDBE}"/>
              </a:ext>
            </a:extLst>
          </p:cNvPr>
          <p:cNvSpPr txBox="1"/>
          <p:nvPr/>
        </p:nvSpPr>
        <p:spPr>
          <a:xfrm>
            <a:off x="2214320" y="3435977"/>
            <a:ext cx="4715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>
                <a:hlinkClick r:id="rId2"/>
              </a:rPr>
              <a:t>https://ml-</a:t>
            </a:r>
            <a:r>
              <a:rPr lang="en-US" u="sng" dirty="0" err="1">
                <a:hlinkClick r:id="rId2"/>
              </a:rPr>
              <a:t>graph.github.io</a:t>
            </a:r>
            <a:r>
              <a:rPr lang="en-US" u="sng" dirty="0">
                <a:hlinkClick r:id="rId2"/>
              </a:rPr>
              <a:t>/spring-2026/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3BE7F-3460-E736-3C1F-D641C82CAC43}"/>
              </a:ext>
            </a:extLst>
          </p:cNvPr>
          <p:cNvSpPr txBox="1"/>
          <p:nvPr/>
        </p:nvSpPr>
        <p:spPr>
          <a:xfrm>
            <a:off x="1890137" y="4394671"/>
            <a:ext cx="53637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Ph.D.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Oregon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Personal: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https://yuwang0103.github.io/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Lab: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kindlab-fly.github.io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92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18B15-DEA5-02B8-D85F-240DD48B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8690C8-7A55-3C77-73F2-CD412D67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F19934-B65F-389A-171B-C8CFAEEE1B17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sz="2400" b="1" dirty="0">
                <a:latin typeface="Times" pitchFamily="2" charset="0"/>
              </a:rPr>
              <a:t>Recap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A96F17-C6DD-630A-961C-5B551B402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46" y="1060278"/>
            <a:ext cx="8728578" cy="23687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55AEFF-CD2D-8690-2891-5EABE4D4D37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682" y="3543469"/>
            <a:ext cx="7306106" cy="285484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AE7947-7800-AAA4-D84C-E78C12F4A919}"/>
              </a:ext>
            </a:extLst>
          </p:cNvPr>
          <p:cNvSpPr/>
          <p:nvPr/>
        </p:nvSpPr>
        <p:spPr>
          <a:xfrm>
            <a:off x="337751" y="3543469"/>
            <a:ext cx="1812325" cy="3530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9D4A7-59BC-439B-F162-FDA425A414A6}"/>
              </a:ext>
            </a:extLst>
          </p:cNvPr>
          <p:cNvSpPr txBox="1"/>
          <p:nvPr/>
        </p:nvSpPr>
        <p:spPr>
          <a:xfrm>
            <a:off x="142446" y="3719983"/>
            <a:ext cx="3560311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b="1" dirty="0">
                <a:latin typeface="Times" pitchFamily="2" charset="0"/>
              </a:rPr>
              <a:t>Variational Auto-encoder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77EC4C-4B46-F430-405C-6A151D278EE9}"/>
              </a:ext>
            </a:extLst>
          </p:cNvPr>
          <p:cNvSpPr/>
          <p:nvPr/>
        </p:nvSpPr>
        <p:spPr>
          <a:xfrm>
            <a:off x="4967416" y="3543469"/>
            <a:ext cx="3288480" cy="14274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7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85236-B63C-6B1B-5035-7732948D2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6594D6-8B74-3647-2C36-1DA376E7D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D22C6C-D4E1-E19F-CB64-8C9EE88CE9F1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2D</a:t>
            </a:r>
            <a:endParaRPr lang="en-US" sz="2400" b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890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D6125-9013-400E-D2BA-66B92FABE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7AA8F7-7754-16D8-A384-3F0A4E20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71B05-E9A5-7CF5-BE44-80D6C5781F4D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3D</a:t>
            </a:r>
            <a:endParaRPr lang="en-US" sz="2400" b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843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2279-5D94-AEBA-B2A3-83304A85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E415D-C3D2-3A72-5748-F8CE2BA2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06C2A2-4EC7-4950-9320-080A83561D03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Self-Introduction</a:t>
            </a:r>
            <a:endParaRPr lang="en-US" sz="2400" b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56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5ACD-726D-5EF9-629C-9FFA03DB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76FB2F-1B0C-ED3B-3580-071F7D9A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9BD5B3-0DE8-9C07-C651-3D25BAA50EE1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Self-Introduction</a:t>
            </a:r>
            <a:endParaRPr lang="en-US" sz="2400" b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22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CA9B2-CD2E-F879-F2D9-3DDBB3A1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B85139-49E9-5B1F-C63C-92F3695A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28E411-749E-EE24-3B5F-A84DFCF85729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Self-Introduction</a:t>
            </a:r>
            <a:endParaRPr lang="en-US" sz="2400" b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555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A433-3078-1185-2A69-5FD4AA3F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F9627E-C6F0-A094-4713-CFC27A02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597DE-9FDC-B564-FE64-AAECA42163A7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QA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 descr="Question Time Images – Browse 45,624 Stock Photos, Vectors ...">
            <a:extLst>
              <a:ext uri="{FF2B5EF4-FFF2-40B4-BE49-F238E27FC236}">
                <a16:creationId xmlns:a16="http://schemas.microsoft.com/office/drawing/2014/main" id="{C16FF834-6D50-9BA1-4D4A-2FD7D699E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993" y="1013690"/>
            <a:ext cx="6654013" cy="5287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2201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GL" id="{47C4D298-6B9A-3E42-A7F4-E25A08C0327C}" vid="{E4051923-E976-524D-974D-13917BBF1110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GL" id="{47C4D298-6B9A-3E42-A7F4-E25A08C0327C}" vid="{517D5DCE-9B08-F44C-AE45-614FE2632D1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42908</TotalTime>
  <Words>69</Words>
  <Application>Microsoft Macintosh PowerPoint</Application>
  <PresentationFormat>On-screen Show (4:3)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</vt:lpstr>
      <vt:lpstr>Arial</vt:lpstr>
      <vt:lpstr>Calibri</vt:lpstr>
      <vt:lpstr>Times New Roman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Wang, Yu</dc:creator>
  <cp:lastModifiedBy>Yu Wang</cp:lastModifiedBy>
  <cp:revision>1821</cp:revision>
  <dcterms:created xsi:type="dcterms:W3CDTF">2024-04-01T15:23:48Z</dcterms:created>
  <dcterms:modified xsi:type="dcterms:W3CDTF">2026-03-26T20:49:29Z</dcterms:modified>
</cp:coreProperties>
</file>