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2" r:id="rId2"/>
  </p:sldMasterIdLst>
  <p:notesMasterIdLst>
    <p:notesMasterId r:id="rId69"/>
  </p:notesMasterIdLst>
  <p:sldIdLst>
    <p:sldId id="256" r:id="rId3"/>
    <p:sldId id="473" r:id="rId4"/>
    <p:sldId id="485" r:id="rId5"/>
    <p:sldId id="518" r:id="rId6"/>
    <p:sldId id="524" r:id="rId7"/>
    <p:sldId id="486" r:id="rId8"/>
    <p:sldId id="487" r:id="rId9"/>
    <p:sldId id="560" r:id="rId10"/>
    <p:sldId id="526" r:id="rId11"/>
    <p:sldId id="525" r:id="rId12"/>
    <p:sldId id="527" r:id="rId13"/>
    <p:sldId id="561" r:id="rId14"/>
    <p:sldId id="488" r:id="rId15"/>
    <p:sldId id="530" r:id="rId16"/>
    <p:sldId id="532" r:id="rId17"/>
    <p:sldId id="533" r:id="rId18"/>
    <p:sldId id="536" r:id="rId19"/>
    <p:sldId id="535" r:id="rId20"/>
    <p:sldId id="504" r:id="rId21"/>
    <p:sldId id="537" r:id="rId22"/>
    <p:sldId id="538" r:id="rId23"/>
    <p:sldId id="539" r:id="rId24"/>
    <p:sldId id="540" r:id="rId25"/>
    <p:sldId id="541" r:id="rId26"/>
    <p:sldId id="562" r:id="rId27"/>
    <p:sldId id="542" r:id="rId28"/>
    <p:sldId id="543" r:id="rId29"/>
    <p:sldId id="545" r:id="rId30"/>
    <p:sldId id="546" r:id="rId31"/>
    <p:sldId id="547" r:id="rId32"/>
    <p:sldId id="551" r:id="rId33"/>
    <p:sldId id="548" r:id="rId34"/>
    <p:sldId id="549" r:id="rId35"/>
    <p:sldId id="552" r:id="rId36"/>
    <p:sldId id="553" r:id="rId37"/>
    <p:sldId id="550" r:id="rId38"/>
    <p:sldId id="554" r:id="rId39"/>
    <p:sldId id="563" r:id="rId40"/>
    <p:sldId id="557" r:id="rId41"/>
    <p:sldId id="511" r:id="rId42"/>
    <p:sldId id="558" r:id="rId43"/>
    <p:sldId id="559" r:id="rId44"/>
    <p:sldId id="564" r:id="rId45"/>
    <p:sldId id="565" r:id="rId46"/>
    <p:sldId id="556" r:id="rId47"/>
    <p:sldId id="566" r:id="rId48"/>
    <p:sldId id="575" r:id="rId49"/>
    <p:sldId id="567" r:id="rId50"/>
    <p:sldId id="568" r:id="rId51"/>
    <p:sldId id="569" r:id="rId52"/>
    <p:sldId id="570" r:id="rId53"/>
    <p:sldId id="573" r:id="rId54"/>
    <p:sldId id="574" r:id="rId55"/>
    <p:sldId id="576" r:id="rId56"/>
    <p:sldId id="578" r:id="rId57"/>
    <p:sldId id="579" r:id="rId58"/>
    <p:sldId id="577" r:id="rId59"/>
    <p:sldId id="580" r:id="rId60"/>
    <p:sldId id="581" r:id="rId61"/>
    <p:sldId id="582" r:id="rId62"/>
    <p:sldId id="571" r:id="rId63"/>
    <p:sldId id="583" r:id="rId64"/>
    <p:sldId id="584" r:id="rId65"/>
    <p:sldId id="585" r:id="rId66"/>
    <p:sldId id="586" r:id="rId67"/>
    <p:sldId id="460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DF7"/>
    <a:srgbClr val="2F5597"/>
    <a:srgbClr val="D9D9D9"/>
    <a:srgbClr val="F2F2F2"/>
    <a:srgbClr val="FF0000"/>
    <a:srgbClr val="DEEBF7"/>
    <a:srgbClr val="E7B182"/>
    <a:srgbClr val="ACE1E0"/>
    <a:srgbClr val="F2D6ED"/>
    <a:srgbClr val="C6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5"/>
    <p:restoredTop sz="96604"/>
  </p:normalViewPr>
  <p:slideViewPr>
    <p:cSldViewPr snapToGrid="0">
      <p:cViewPr>
        <p:scale>
          <a:sx n="141" d="100"/>
          <a:sy n="141" d="100"/>
        </p:scale>
        <p:origin x="2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5F210-E2A7-E049-B727-5315F71D0B81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E8178-EBCB-744D-8DEB-8B26C93D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1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27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E5EC-FDF9-A4A7-831E-8BFB39AE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EE21B"/>
                </a:solidFill>
              </a:defRPr>
            </a:lvl1pPr>
          </a:lstStyle>
          <a:p>
            <a:fld id="{59B0C7C6-4DB5-A64D-B24E-470A75BAED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84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D9D7C9-CEF5-A36A-DC79-CD3ED8DA3589}"/>
              </a:ext>
            </a:extLst>
          </p:cNvPr>
          <p:cNvGrpSpPr/>
          <p:nvPr userDrawn="1"/>
        </p:nvGrpSpPr>
        <p:grpSpPr>
          <a:xfrm>
            <a:off x="-489167" y="6300226"/>
            <a:ext cx="9682862" cy="745199"/>
            <a:chOff x="-489167" y="6300226"/>
            <a:chExt cx="9682862" cy="7451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4102C0-9096-CB90-5DAF-748F8A88036A}"/>
                </a:ext>
              </a:extLst>
            </p:cNvPr>
            <p:cNvSpPr/>
            <p:nvPr userDrawn="1"/>
          </p:nvSpPr>
          <p:spPr>
            <a:xfrm>
              <a:off x="-15498" y="6480312"/>
              <a:ext cx="9180576" cy="393185"/>
            </a:xfrm>
            <a:prstGeom prst="rect">
              <a:avLst/>
            </a:prstGeom>
            <a:solidFill>
              <a:srgbClr val="0A6233"/>
            </a:solidFill>
            <a:ln>
              <a:solidFill>
                <a:srgbClr val="0A6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6" name="Picture 2" descr="IS Media Services UO - YouTube">
              <a:extLst>
                <a:ext uri="{FF2B5EF4-FFF2-40B4-BE49-F238E27FC236}">
                  <a16:creationId xmlns:a16="http://schemas.microsoft.com/office/drawing/2014/main" id="{54ECF157-CA1E-8E3E-06D8-8741DCA5D9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clrChange>
                <a:clrFrom>
                  <a:srgbClr val="231F1E"/>
                </a:clrFrom>
                <a:clrTo>
                  <a:srgbClr val="231F1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380" y="6392425"/>
              <a:ext cx="577315" cy="57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Footer Placeholder 9">
              <a:extLst>
                <a:ext uri="{FF2B5EF4-FFF2-40B4-BE49-F238E27FC236}">
                  <a16:creationId xmlns:a16="http://schemas.microsoft.com/office/drawing/2014/main" id="{81E816C4-555D-2F33-2137-BBB80CB95A4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489167" y="6300226"/>
              <a:ext cx="7695036" cy="74519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lang="en-US" sz="2000" b="1" kern="1200" smtClean="0">
                  <a:solidFill>
                    <a:srgbClr val="FEE21B"/>
                  </a:solidFill>
                  <a:latin typeface="+mn-lt"/>
                  <a:ea typeface="+mn-ea"/>
                  <a:cs typeface="Forte Forward" panose="020F050202020403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Knowledge Intelligence for Discovery and Decision-making (KIND) Lab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C16621E-E6D7-6CB0-465A-C367CC648842}"/>
              </a:ext>
            </a:extLst>
          </p:cNvPr>
          <p:cNvGrpSpPr/>
          <p:nvPr userDrawn="1"/>
        </p:nvGrpSpPr>
        <p:grpSpPr>
          <a:xfrm>
            <a:off x="131086" y="-1"/>
            <a:ext cx="1220636" cy="1633441"/>
            <a:chOff x="299380" y="5424321"/>
            <a:chExt cx="1320040" cy="176645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1C2F33F-0851-65B6-2A39-2B6AF7B87177}"/>
                </a:ext>
              </a:extLst>
            </p:cNvPr>
            <p:cNvSpPr/>
            <p:nvPr/>
          </p:nvSpPr>
          <p:spPr>
            <a:xfrm>
              <a:off x="299380" y="5709149"/>
              <a:ext cx="1320040" cy="1481631"/>
            </a:xfrm>
            <a:custGeom>
              <a:avLst/>
              <a:gdLst>
                <a:gd name="connsiteX0" fmla="*/ 15438 w 1320040"/>
                <a:gd name="connsiteY0" fmla="*/ 412128 h 1481631"/>
                <a:gd name="connsiteX1" fmla="*/ 96718 w 1320040"/>
                <a:gd name="connsiteY1" fmla="*/ 513728 h 1481631"/>
                <a:gd name="connsiteX2" fmla="*/ 210510 w 1320040"/>
                <a:gd name="connsiteY2" fmla="*/ 603136 h 1481631"/>
                <a:gd name="connsiteX3" fmla="*/ 377134 w 1320040"/>
                <a:gd name="connsiteY3" fmla="*/ 647840 h 1481631"/>
                <a:gd name="connsiteX4" fmla="*/ 527502 w 1320040"/>
                <a:gd name="connsiteY4" fmla="*/ 647840 h 1481631"/>
                <a:gd name="connsiteX5" fmla="*/ 759150 w 1320040"/>
                <a:gd name="connsiteY5" fmla="*/ 550304 h 1481631"/>
                <a:gd name="connsiteX6" fmla="*/ 913582 w 1320040"/>
                <a:gd name="connsiteY6" fmla="*/ 379616 h 1481631"/>
                <a:gd name="connsiteX7" fmla="*/ 994862 w 1320040"/>
                <a:gd name="connsiteY7" fmla="*/ 180480 h 1481631"/>
                <a:gd name="connsiteX8" fmla="*/ 962350 w 1320040"/>
                <a:gd name="connsiteY8" fmla="*/ 1664 h 1481631"/>
                <a:gd name="connsiteX9" fmla="*/ 1076142 w 1320040"/>
                <a:gd name="connsiteY9" fmla="*/ 99200 h 1481631"/>
                <a:gd name="connsiteX10" fmla="*/ 1157422 w 1320040"/>
                <a:gd name="connsiteY10" fmla="*/ 233312 h 1481631"/>
                <a:gd name="connsiteX11" fmla="*/ 1214318 w 1320040"/>
                <a:gd name="connsiteY11" fmla="*/ 448704 h 1481631"/>
                <a:gd name="connsiteX12" fmla="*/ 1177742 w 1320040"/>
                <a:gd name="connsiteY12" fmla="*/ 517792 h 1481631"/>
                <a:gd name="connsiteX13" fmla="*/ 1246830 w 1320040"/>
                <a:gd name="connsiteY13" fmla="*/ 615328 h 1481631"/>
                <a:gd name="connsiteX14" fmla="*/ 1319982 w 1320040"/>
                <a:gd name="connsiteY14" fmla="*/ 716928 h 1481631"/>
                <a:gd name="connsiteX15" fmla="*/ 1234638 w 1320040"/>
                <a:gd name="connsiteY15" fmla="*/ 802272 h 1481631"/>
                <a:gd name="connsiteX16" fmla="*/ 1210254 w 1320040"/>
                <a:gd name="connsiteY16" fmla="*/ 834784 h 1481631"/>
                <a:gd name="connsiteX17" fmla="*/ 1246830 w 1320040"/>
                <a:gd name="connsiteY17" fmla="*/ 883552 h 1481631"/>
                <a:gd name="connsiteX18" fmla="*/ 1202126 w 1320040"/>
                <a:gd name="connsiteY18" fmla="*/ 924192 h 1481631"/>
                <a:gd name="connsiteX19" fmla="*/ 1214318 w 1320040"/>
                <a:gd name="connsiteY19" fmla="*/ 964832 h 1481631"/>
                <a:gd name="connsiteX20" fmla="*/ 1189934 w 1320040"/>
                <a:gd name="connsiteY20" fmla="*/ 1005472 h 1481631"/>
                <a:gd name="connsiteX21" fmla="*/ 1202126 w 1320040"/>
                <a:gd name="connsiteY21" fmla="*/ 1139584 h 1481631"/>
                <a:gd name="connsiteX22" fmla="*/ 1157422 w 1320040"/>
                <a:gd name="connsiteY22" fmla="*/ 1196480 h 1481631"/>
                <a:gd name="connsiteX23" fmla="*/ 1072078 w 1320040"/>
                <a:gd name="connsiteY23" fmla="*/ 1216800 h 1481631"/>
                <a:gd name="connsiteX24" fmla="*/ 942030 w 1320040"/>
                <a:gd name="connsiteY24" fmla="*/ 1200544 h 1481631"/>
                <a:gd name="connsiteX25" fmla="*/ 877006 w 1320040"/>
                <a:gd name="connsiteY25" fmla="*/ 1257440 h 1481631"/>
                <a:gd name="connsiteX26" fmla="*/ 860750 w 1320040"/>
                <a:gd name="connsiteY26" fmla="*/ 1472832 h 1481631"/>
                <a:gd name="connsiteX27" fmla="*/ 665678 w 1320040"/>
                <a:gd name="connsiteY27" fmla="*/ 1428128 h 1481631"/>
                <a:gd name="connsiteX28" fmla="*/ 515310 w 1320040"/>
                <a:gd name="connsiteY28" fmla="*/ 1318400 h 1481631"/>
                <a:gd name="connsiteX29" fmla="*/ 336494 w 1320040"/>
                <a:gd name="connsiteY29" fmla="*/ 1306208 h 1481631"/>
                <a:gd name="connsiteX30" fmla="*/ 198318 w 1320040"/>
                <a:gd name="connsiteY30" fmla="*/ 1342784 h 1481631"/>
                <a:gd name="connsiteX31" fmla="*/ 214574 w 1320040"/>
                <a:gd name="connsiteY31" fmla="*/ 1233056 h 1481631"/>
                <a:gd name="connsiteX32" fmla="*/ 202382 w 1320040"/>
                <a:gd name="connsiteY32" fmla="*/ 981088 h 1481631"/>
                <a:gd name="connsiteX33" fmla="*/ 92654 w 1320040"/>
                <a:gd name="connsiteY33" fmla="*/ 745376 h 1481631"/>
                <a:gd name="connsiteX34" fmla="*/ 7310 w 1320040"/>
                <a:gd name="connsiteY34" fmla="*/ 570624 h 1481631"/>
                <a:gd name="connsiteX35" fmla="*/ 15438 w 1320040"/>
                <a:gd name="connsiteY35" fmla="*/ 412128 h 148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20040" h="1481631">
                  <a:moveTo>
                    <a:pt x="15438" y="412128"/>
                  </a:moveTo>
                  <a:cubicBezTo>
                    <a:pt x="30339" y="402645"/>
                    <a:pt x="64206" y="481893"/>
                    <a:pt x="96718" y="513728"/>
                  </a:cubicBezTo>
                  <a:cubicBezTo>
                    <a:pt x="129230" y="545563"/>
                    <a:pt x="163774" y="580784"/>
                    <a:pt x="210510" y="603136"/>
                  </a:cubicBezTo>
                  <a:cubicBezTo>
                    <a:pt x="257246" y="625488"/>
                    <a:pt x="324302" y="640389"/>
                    <a:pt x="377134" y="647840"/>
                  </a:cubicBezTo>
                  <a:cubicBezTo>
                    <a:pt x="429966" y="655291"/>
                    <a:pt x="463833" y="664096"/>
                    <a:pt x="527502" y="647840"/>
                  </a:cubicBezTo>
                  <a:cubicBezTo>
                    <a:pt x="591171" y="631584"/>
                    <a:pt x="694803" y="595008"/>
                    <a:pt x="759150" y="550304"/>
                  </a:cubicBezTo>
                  <a:cubicBezTo>
                    <a:pt x="823497" y="505600"/>
                    <a:pt x="874297" y="441253"/>
                    <a:pt x="913582" y="379616"/>
                  </a:cubicBezTo>
                  <a:cubicBezTo>
                    <a:pt x="952867" y="317979"/>
                    <a:pt x="986734" y="243472"/>
                    <a:pt x="994862" y="180480"/>
                  </a:cubicBezTo>
                  <a:cubicBezTo>
                    <a:pt x="1002990" y="117488"/>
                    <a:pt x="948803" y="15211"/>
                    <a:pt x="962350" y="1664"/>
                  </a:cubicBezTo>
                  <a:cubicBezTo>
                    <a:pt x="975897" y="-11883"/>
                    <a:pt x="1043630" y="60592"/>
                    <a:pt x="1076142" y="99200"/>
                  </a:cubicBezTo>
                  <a:cubicBezTo>
                    <a:pt x="1108654" y="137808"/>
                    <a:pt x="1134393" y="175061"/>
                    <a:pt x="1157422" y="233312"/>
                  </a:cubicBezTo>
                  <a:cubicBezTo>
                    <a:pt x="1180451" y="291563"/>
                    <a:pt x="1210931" y="401291"/>
                    <a:pt x="1214318" y="448704"/>
                  </a:cubicBezTo>
                  <a:cubicBezTo>
                    <a:pt x="1217705" y="496117"/>
                    <a:pt x="1172323" y="490021"/>
                    <a:pt x="1177742" y="517792"/>
                  </a:cubicBezTo>
                  <a:cubicBezTo>
                    <a:pt x="1183161" y="545563"/>
                    <a:pt x="1223123" y="582139"/>
                    <a:pt x="1246830" y="615328"/>
                  </a:cubicBezTo>
                  <a:cubicBezTo>
                    <a:pt x="1270537" y="648517"/>
                    <a:pt x="1322014" y="685771"/>
                    <a:pt x="1319982" y="716928"/>
                  </a:cubicBezTo>
                  <a:cubicBezTo>
                    <a:pt x="1317950" y="748085"/>
                    <a:pt x="1252926" y="782629"/>
                    <a:pt x="1234638" y="802272"/>
                  </a:cubicBezTo>
                  <a:cubicBezTo>
                    <a:pt x="1216350" y="821915"/>
                    <a:pt x="1208222" y="821237"/>
                    <a:pt x="1210254" y="834784"/>
                  </a:cubicBezTo>
                  <a:cubicBezTo>
                    <a:pt x="1212286" y="848331"/>
                    <a:pt x="1248185" y="868651"/>
                    <a:pt x="1246830" y="883552"/>
                  </a:cubicBezTo>
                  <a:cubicBezTo>
                    <a:pt x="1245475" y="898453"/>
                    <a:pt x="1207545" y="910645"/>
                    <a:pt x="1202126" y="924192"/>
                  </a:cubicBezTo>
                  <a:cubicBezTo>
                    <a:pt x="1196707" y="937739"/>
                    <a:pt x="1216350" y="951285"/>
                    <a:pt x="1214318" y="964832"/>
                  </a:cubicBezTo>
                  <a:cubicBezTo>
                    <a:pt x="1212286" y="978379"/>
                    <a:pt x="1191966" y="976347"/>
                    <a:pt x="1189934" y="1005472"/>
                  </a:cubicBezTo>
                  <a:cubicBezTo>
                    <a:pt x="1187902" y="1034597"/>
                    <a:pt x="1207545" y="1107749"/>
                    <a:pt x="1202126" y="1139584"/>
                  </a:cubicBezTo>
                  <a:cubicBezTo>
                    <a:pt x="1196707" y="1171419"/>
                    <a:pt x="1179097" y="1183611"/>
                    <a:pt x="1157422" y="1196480"/>
                  </a:cubicBezTo>
                  <a:cubicBezTo>
                    <a:pt x="1135747" y="1209349"/>
                    <a:pt x="1107977" y="1216123"/>
                    <a:pt x="1072078" y="1216800"/>
                  </a:cubicBezTo>
                  <a:cubicBezTo>
                    <a:pt x="1036179" y="1217477"/>
                    <a:pt x="974542" y="1193771"/>
                    <a:pt x="942030" y="1200544"/>
                  </a:cubicBezTo>
                  <a:cubicBezTo>
                    <a:pt x="909518" y="1207317"/>
                    <a:pt x="890553" y="1212059"/>
                    <a:pt x="877006" y="1257440"/>
                  </a:cubicBezTo>
                  <a:cubicBezTo>
                    <a:pt x="863459" y="1302821"/>
                    <a:pt x="895971" y="1444384"/>
                    <a:pt x="860750" y="1472832"/>
                  </a:cubicBezTo>
                  <a:cubicBezTo>
                    <a:pt x="825529" y="1501280"/>
                    <a:pt x="723251" y="1453867"/>
                    <a:pt x="665678" y="1428128"/>
                  </a:cubicBezTo>
                  <a:cubicBezTo>
                    <a:pt x="608105" y="1402389"/>
                    <a:pt x="570174" y="1338720"/>
                    <a:pt x="515310" y="1318400"/>
                  </a:cubicBezTo>
                  <a:cubicBezTo>
                    <a:pt x="460446" y="1298080"/>
                    <a:pt x="389326" y="1302144"/>
                    <a:pt x="336494" y="1306208"/>
                  </a:cubicBezTo>
                  <a:cubicBezTo>
                    <a:pt x="283662" y="1310272"/>
                    <a:pt x="218638" y="1354976"/>
                    <a:pt x="198318" y="1342784"/>
                  </a:cubicBezTo>
                  <a:cubicBezTo>
                    <a:pt x="177998" y="1330592"/>
                    <a:pt x="213897" y="1293339"/>
                    <a:pt x="214574" y="1233056"/>
                  </a:cubicBezTo>
                  <a:cubicBezTo>
                    <a:pt x="215251" y="1172773"/>
                    <a:pt x="222702" y="1062368"/>
                    <a:pt x="202382" y="981088"/>
                  </a:cubicBezTo>
                  <a:cubicBezTo>
                    <a:pt x="182062" y="899808"/>
                    <a:pt x="125166" y="813787"/>
                    <a:pt x="92654" y="745376"/>
                  </a:cubicBezTo>
                  <a:cubicBezTo>
                    <a:pt x="60142" y="676965"/>
                    <a:pt x="20857" y="625488"/>
                    <a:pt x="7310" y="570624"/>
                  </a:cubicBezTo>
                  <a:cubicBezTo>
                    <a:pt x="-6237" y="515760"/>
                    <a:pt x="537" y="421611"/>
                    <a:pt x="15438" y="412128"/>
                  </a:cubicBezTo>
                  <a:close/>
                </a:path>
              </a:pathLst>
            </a:custGeom>
            <a:solidFill>
              <a:srgbClr val="F9E4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olorful circle with black lines&#10;&#10;Description automatically generated with medium confidence">
              <a:extLst>
                <a:ext uri="{FF2B5EF4-FFF2-40B4-BE49-F238E27FC236}">
                  <a16:creationId xmlns:a16="http://schemas.microsoft.com/office/drawing/2014/main" id="{C5F67F00-6CFA-7C97-636A-F836743F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85000"/>
            </a:blip>
            <a:stretch>
              <a:fillRect/>
            </a:stretch>
          </p:blipFill>
          <p:spPr>
            <a:xfrm rot="18444827">
              <a:off x="384508" y="5422527"/>
              <a:ext cx="853142" cy="8567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72797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8BE6EFA-21A1-892A-A7D4-B918ECE9DDA1}"/>
              </a:ext>
            </a:extLst>
          </p:cNvPr>
          <p:cNvGrpSpPr/>
          <p:nvPr userDrawn="1"/>
        </p:nvGrpSpPr>
        <p:grpSpPr>
          <a:xfrm>
            <a:off x="-15498" y="6392425"/>
            <a:ext cx="9209193" cy="577315"/>
            <a:chOff x="-15498" y="6392425"/>
            <a:chExt cx="9209193" cy="57731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F9EB4F-9FA6-D5DA-6D78-30088710E6F4}"/>
                </a:ext>
              </a:extLst>
            </p:cNvPr>
            <p:cNvSpPr/>
            <p:nvPr userDrawn="1"/>
          </p:nvSpPr>
          <p:spPr>
            <a:xfrm>
              <a:off x="-15498" y="6480312"/>
              <a:ext cx="9180576" cy="393185"/>
            </a:xfrm>
            <a:prstGeom prst="rect">
              <a:avLst/>
            </a:prstGeom>
            <a:solidFill>
              <a:srgbClr val="0A6233"/>
            </a:solidFill>
            <a:ln>
              <a:solidFill>
                <a:srgbClr val="0A6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Picture 2" descr="IS Media Services UO - YouTube">
              <a:extLst>
                <a:ext uri="{FF2B5EF4-FFF2-40B4-BE49-F238E27FC236}">
                  <a16:creationId xmlns:a16="http://schemas.microsoft.com/office/drawing/2014/main" id="{59D5FAF3-6C82-AB92-586F-A5F2FAF164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clrChange>
                <a:clrFrom>
                  <a:srgbClr val="231F1E"/>
                </a:clrFrom>
                <a:clrTo>
                  <a:srgbClr val="231F1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380" y="6392425"/>
              <a:ext cx="577315" cy="57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212DB1-B67F-0DB4-7C66-30466E2FAD0E}"/>
              </a:ext>
            </a:extLst>
          </p:cNvPr>
          <p:cNvCxnSpPr/>
          <p:nvPr userDrawn="1"/>
        </p:nvCxnSpPr>
        <p:spPr>
          <a:xfrm>
            <a:off x="-7749" y="749508"/>
            <a:ext cx="918057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3236DD-7CCF-BD62-D495-87510442AA55}"/>
              </a:ext>
            </a:extLst>
          </p:cNvPr>
          <p:cNvCxnSpPr/>
          <p:nvPr userDrawn="1"/>
        </p:nvCxnSpPr>
        <p:spPr>
          <a:xfrm>
            <a:off x="-15498" y="715838"/>
            <a:ext cx="918057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D3F8039-8B16-9BE6-5315-365889DC3E98}"/>
              </a:ext>
            </a:extLst>
          </p:cNvPr>
          <p:cNvGrpSpPr/>
          <p:nvPr userDrawn="1"/>
        </p:nvGrpSpPr>
        <p:grpSpPr>
          <a:xfrm>
            <a:off x="8566685" y="0"/>
            <a:ext cx="512415" cy="685708"/>
            <a:chOff x="299380" y="5424321"/>
            <a:chExt cx="1320040" cy="176645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A0ED1B1-50C0-A94C-AC73-C69312FBCFFF}"/>
                </a:ext>
              </a:extLst>
            </p:cNvPr>
            <p:cNvSpPr/>
            <p:nvPr/>
          </p:nvSpPr>
          <p:spPr>
            <a:xfrm>
              <a:off x="299380" y="5709149"/>
              <a:ext cx="1320040" cy="1481631"/>
            </a:xfrm>
            <a:custGeom>
              <a:avLst/>
              <a:gdLst>
                <a:gd name="connsiteX0" fmla="*/ 15438 w 1320040"/>
                <a:gd name="connsiteY0" fmla="*/ 412128 h 1481631"/>
                <a:gd name="connsiteX1" fmla="*/ 96718 w 1320040"/>
                <a:gd name="connsiteY1" fmla="*/ 513728 h 1481631"/>
                <a:gd name="connsiteX2" fmla="*/ 210510 w 1320040"/>
                <a:gd name="connsiteY2" fmla="*/ 603136 h 1481631"/>
                <a:gd name="connsiteX3" fmla="*/ 377134 w 1320040"/>
                <a:gd name="connsiteY3" fmla="*/ 647840 h 1481631"/>
                <a:gd name="connsiteX4" fmla="*/ 527502 w 1320040"/>
                <a:gd name="connsiteY4" fmla="*/ 647840 h 1481631"/>
                <a:gd name="connsiteX5" fmla="*/ 759150 w 1320040"/>
                <a:gd name="connsiteY5" fmla="*/ 550304 h 1481631"/>
                <a:gd name="connsiteX6" fmla="*/ 913582 w 1320040"/>
                <a:gd name="connsiteY6" fmla="*/ 379616 h 1481631"/>
                <a:gd name="connsiteX7" fmla="*/ 994862 w 1320040"/>
                <a:gd name="connsiteY7" fmla="*/ 180480 h 1481631"/>
                <a:gd name="connsiteX8" fmla="*/ 962350 w 1320040"/>
                <a:gd name="connsiteY8" fmla="*/ 1664 h 1481631"/>
                <a:gd name="connsiteX9" fmla="*/ 1076142 w 1320040"/>
                <a:gd name="connsiteY9" fmla="*/ 99200 h 1481631"/>
                <a:gd name="connsiteX10" fmla="*/ 1157422 w 1320040"/>
                <a:gd name="connsiteY10" fmla="*/ 233312 h 1481631"/>
                <a:gd name="connsiteX11" fmla="*/ 1214318 w 1320040"/>
                <a:gd name="connsiteY11" fmla="*/ 448704 h 1481631"/>
                <a:gd name="connsiteX12" fmla="*/ 1177742 w 1320040"/>
                <a:gd name="connsiteY12" fmla="*/ 517792 h 1481631"/>
                <a:gd name="connsiteX13" fmla="*/ 1246830 w 1320040"/>
                <a:gd name="connsiteY13" fmla="*/ 615328 h 1481631"/>
                <a:gd name="connsiteX14" fmla="*/ 1319982 w 1320040"/>
                <a:gd name="connsiteY14" fmla="*/ 716928 h 1481631"/>
                <a:gd name="connsiteX15" fmla="*/ 1234638 w 1320040"/>
                <a:gd name="connsiteY15" fmla="*/ 802272 h 1481631"/>
                <a:gd name="connsiteX16" fmla="*/ 1210254 w 1320040"/>
                <a:gd name="connsiteY16" fmla="*/ 834784 h 1481631"/>
                <a:gd name="connsiteX17" fmla="*/ 1246830 w 1320040"/>
                <a:gd name="connsiteY17" fmla="*/ 883552 h 1481631"/>
                <a:gd name="connsiteX18" fmla="*/ 1202126 w 1320040"/>
                <a:gd name="connsiteY18" fmla="*/ 924192 h 1481631"/>
                <a:gd name="connsiteX19" fmla="*/ 1214318 w 1320040"/>
                <a:gd name="connsiteY19" fmla="*/ 964832 h 1481631"/>
                <a:gd name="connsiteX20" fmla="*/ 1189934 w 1320040"/>
                <a:gd name="connsiteY20" fmla="*/ 1005472 h 1481631"/>
                <a:gd name="connsiteX21" fmla="*/ 1202126 w 1320040"/>
                <a:gd name="connsiteY21" fmla="*/ 1139584 h 1481631"/>
                <a:gd name="connsiteX22" fmla="*/ 1157422 w 1320040"/>
                <a:gd name="connsiteY22" fmla="*/ 1196480 h 1481631"/>
                <a:gd name="connsiteX23" fmla="*/ 1072078 w 1320040"/>
                <a:gd name="connsiteY23" fmla="*/ 1216800 h 1481631"/>
                <a:gd name="connsiteX24" fmla="*/ 942030 w 1320040"/>
                <a:gd name="connsiteY24" fmla="*/ 1200544 h 1481631"/>
                <a:gd name="connsiteX25" fmla="*/ 877006 w 1320040"/>
                <a:gd name="connsiteY25" fmla="*/ 1257440 h 1481631"/>
                <a:gd name="connsiteX26" fmla="*/ 860750 w 1320040"/>
                <a:gd name="connsiteY26" fmla="*/ 1472832 h 1481631"/>
                <a:gd name="connsiteX27" fmla="*/ 665678 w 1320040"/>
                <a:gd name="connsiteY27" fmla="*/ 1428128 h 1481631"/>
                <a:gd name="connsiteX28" fmla="*/ 515310 w 1320040"/>
                <a:gd name="connsiteY28" fmla="*/ 1318400 h 1481631"/>
                <a:gd name="connsiteX29" fmla="*/ 336494 w 1320040"/>
                <a:gd name="connsiteY29" fmla="*/ 1306208 h 1481631"/>
                <a:gd name="connsiteX30" fmla="*/ 198318 w 1320040"/>
                <a:gd name="connsiteY30" fmla="*/ 1342784 h 1481631"/>
                <a:gd name="connsiteX31" fmla="*/ 214574 w 1320040"/>
                <a:gd name="connsiteY31" fmla="*/ 1233056 h 1481631"/>
                <a:gd name="connsiteX32" fmla="*/ 202382 w 1320040"/>
                <a:gd name="connsiteY32" fmla="*/ 981088 h 1481631"/>
                <a:gd name="connsiteX33" fmla="*/ 92654 w 1320040"/>
                <a:gd name="connsiteY33" fmla="*/ 745376 h 1481631"/>
                <a:gd name="connsiteX34" fmla="*/ 7310 w 1320040"/>
                <a:gd name="connsiteY34" fmla="*/ 570624 h 1481631"/>
                <a:gd name="connsiteX35" fmla="*/ 15438 w 1320040"/>
                <a:gd name="connsiteY35" fmla="*/ 412128 h 1481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20040" h="1481631">
                  <a:moveTo>
                    <a:pt x="15438" y="412128"/>
                  </a:moveTo>
                  <a:cubicBezTo>
                    <a:pt x="30339" y="402645"/>
                    <a:pt x="64206" y="481893"/>
                    <a:pt x="96718" y="513728"/>
                  </a:cubicBezTo>
                  <a:cubicBezTo>
                    <a:pt x="129230" y="545563"/>
                    <a:pt x="163774" y="580784"/>
                    <a:pt x="210510" y="603136"/>
                  </a:cubicBezTo>
                  <a:cubicBezTo>
                    <a:pt x="257246" y="625488"/>
                    <a:pt x="324302" y="640389"/>
                    <a:pt x="377134" y="647840"/>
                  </a:cubicBezTo>
                  <a:cubicBezTo>
                    <a:pt x="429966" y="655291"/>
                    <a:pt x="463833" y="664096"/>
                    <a:pt x="527502" y="647840"/>
                  </a:cubicBezTo>
                  <a:cubicBezTo>
                    <a:pt x="591171" y="631584"/>
                    <a:pt x="694803" y="595008"/>
                    <a:pt x="759150" y="550304"/>
                  </a:cubicBezTo>
                  <a:cubicBezTo>
                    <a:pt x="823497" y="505600"/>
                    <a:pt x="874297" y="441253"/>
                    <a:pt x="913582" y="379616"/>
                  </a:cubicBezTo>
                  <a:cubicBezTo>
                    <a:pt x="952867" y="317979"/>
                    <a:pt x="986734" y="243472"/>
                    <a:pt x="994862" y="180480"/>
                  </a:cubicBezTo>
                  <a:cubicBezTo>
                    <a:pt x="1002990" y="117488"/>
                    <a:pt x="948803" y="15211"/>
                    <a:pt x="962350" y="1664"/>
                  </a:cubicBezTo>
                  <a:cubicBezTo>
                    <a:pt x="975897" y="-11883"/>
                    <a:pt x="1043630" y="60592"/>
                    <a:pt x="1076142" y="99200"/>
                  </a:cubicBezTo>
                  <a:cubicBezTo>
                    <a:pt x="1108654" y="137808"/>
                    <a:pt x="1134393" y="175061"/>
                    <a:pt x="1157422" y="233312"/>
                  </a:cubicBezTo>
                  <a:cubicBezTo>
                    <a:pt x="1180451" y="291563"/>
                    <a:pt x="1210931" y="401291"/>
                    <a:pt x="1214318" y="448704"/>
                  </a:cubicBezTo>
                  <a:cubicBezTo>
                    <a:pt x="1217705" y="496117"/>
                    <a:pt x="1172323" y="490021"/>
                    <a:pt x="1177742" y="517792"/>
                  </a:cubicBezTo>
                  <a:cubicBezTo>
                    <a:pt x="1183161" y="545563"/>
                    <a:pt x="1223123" y="582139"/>
                    <a:pt x="1246830" y="615328"/>
                  </a:cubicBezTo>
                  <a:cubicBezTo>
                    <a:pt x="1270537" y="648517"/>
                    <a:pt x="1322014" y="685771"/>
                    <a:pt x="1319982" y="716928"/>
                  </a:cubicBezTo>
                  <a:cubicBezTo>
                    <a:pt x="1317950" y="748085"/>
                    <a:pt x="1252926" y="782629"/>
                    <a:pt x="1234638" y="802272"/>
                  </a:cubicBezTo>
                  <a:cubicBezTo>
                    <a:pt x="1216350" y="821915"/>
                    <a:pt x="1208222" y="821237"/>
                    <a:pt x="1210254" y="834784"/>
                  </a:cubicBezTo>
                  <a:cubicBezTo>
                    <a:pt x="1212286" y="848331"/>
                    <a:pt x="1248185" y="868651"/>
                    <a:pt x="1246830" y="883552"/>
                  </a:cubicBezTo>
                  <a:cubicBezTo>
                    <a:pt x="1245475" y="898453"/>
                    <a:pt x="1207545" y="910645"/>
                    <a:pt x="1202126" y="924192"/>
                  </a:cubicBezTo>
                  <a:cubicBezTo>
                    <a:pt x="1196707" y="937739"/>
                    <a:pt x="1216350" y="951285"/>
                    <a:pt x="1214318" y="964832"/>
                  </a:cubicBezTo>
                  <a:cubicBezTo>
                    <a:pt x="1212286" y="978379"/>
                    <a:pt x="1191966" y="976347"/>
                    <a:pt x="1189934" y="1005472"/>
                  </a:cubicBezTo>
                  <a:cubicBezTo>
                    <a:pt x="1187902" y="1034597"/>
                    <a:pt x="1207545" y="1107749"/>
                    <a:pt x="1202126" y="1139584"/>
                  </a:cubicBezTo>
                  <a:cubicBezTo>
                    <a:pt x="1196707" y="1171419"/>
                    <a:pt x="1179097" y="1183611"/>
                    <a:pt x="1157422" y="1196480"/>
                  </a:cubicBezTo>
                  <a:cubicBezTo>
                    <a:pt x="1135747" y="1209349"/>
                    <a:pt x="1107977" y="1216123"/>
                    <a:pt x="1072078" y="1216800"/>
                  </a:cubicBezTo>
                  <a:cubicBezTo>
                    <a:pt x="1036179" y="1217477"/>
                    <a:pt x="974542" y="1193771"/>
                    <a:pt x="942030" y="1200544"/>
                  </a:cubicBezTo>
                  <a:cubicBezTo>
                    <a:pt x="909518" y="1207317"/>
                    <a:pt x="890553" y="1212059"/>
                    <a:pt x="877006" y="1257440"/>
                  </a:cubicBezTo>
                  <a:cubicBezTo>
                    <a:pt x="863459" y="1302821"/>
                    <a:pt x="895971" y="1444384"/>
                    <a:pt x="860750" y="1472832"/>
                  </a:cubicBezTo>
                  <a:cubicBezTo>
                    <a:pt x="825529" y="1501280"/>
                    <a:pt x="723251" y="1453867"/>
                    <a:pt x="665678" y="1428128"/>
                  </a:cubicBezTo>
                  <a:cubicBezTo>
                    <a:pt x="608105" y="1402389"/>
                    <a:pt x="570174" y="1338720"/>
                    <a:pt x="515310" y="1318400"/>
                  </a:cubicBezTo>
                  <a:cubicBezTo>
                    <a:pt x="460446" y="1298080"/>
                    <a:pt x="389326" y="1302144"/>
                    <a:pt x="336494" y="1306208"/>
                  </a:cubicBezTo>
                  <a:cubicBezTo>
                    <a:pt x="283662" y="1310272"/>
                    <a:pt x="218638" y="1354976"/>
                    <a:pt x="198318" y="1342784"/>
                  </a:cubicBezTo>
                  <a:cubicBezTo>
                    <a:pt x="177998" y="1330592"/>
                    <a:pt x="213897" y="1293339"/>
                    <a:pt x="214574" y="1233056"/>
                  </a:cubicBezTo>
                  <a:cubicBezTo>
                    <a:pt x="215251" y="1172773"/>
                    <a:pt x="222702" y="1062368"/>
                    <a:pt x="202382" y="981088"/>
                  </a:cubicBezTo>
                  <a:cubicBezTo>
                    <a:pt x="182062" y="899808"/>
                    <a:pt x="125166" y="813787"/>
                    <a:pt x="92654" y="745376"/>
                  </a:cubicBezTo>
                  <a:cubicBezTo>
                    <a:pt x="60142" y="676965"/>
                    <a:pt x="20857" y="625488"/>
                    <a:pt x="7310" y="570624"/>
                  </a:cubicBezTo>
                  <a:cubicBezTo>
                    <a:pt x="-6237" y="515760"/>
                    <a:pt x="537" y="421611"/>
                    <a:pt x="15438" y="412128"/>
                  </a:cubicBezTo>
                  <a:close/>
                </a:path>
              </a:pathLst>
            </a:custGeom>
            <a:solidFill>
              <a:srgbClr val="F9E4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colorful circle with black lines&#10;&#10;Description automatically generated with medium confidence">
              <a:extLst>
                <a:ext uri="{FF2B5EF4-FFF2-40B4-BE49-F238E27FC236}">
                  <a16:creationId xmlns:a16="http://schemas.microsoft.com/office/drawing/2014/main" id="{CBC98DD7-0515-A0FA-6C61-90006BC43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 amt="85000"/>
            </a:blip>
            <a:stretch>
              <a:fillRect/>
            </a:stretch>
          </p:blipFill>
          <p:spPr>
            <a:xfrm rot="18444827">
              <a:off x="384508" y="5422527"/>
              <a:ext cx="853142" cy="8567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B6F43062-6036-288E-037C-58C244617DB4}"/>
              </a:ext>
            </a:extLst>
          </p:cNvPr>
          <p:cNvSpPr txBox="1">
            <a:spLocks/>
          </p:cNvSpPr>
          <p:nvPr userDrawn="1"/>
        </p:nvSpPr>
        <p:spPr>
          <a:xfrm>
            <a:off x="-15498" y="6292971"/>
            <a:ext cx="1943146" cy="745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2000" b="1" kern="1200" smtClean="0">
                <a:solidFill>
                  <a:srgbClr val="FEE21B"/>
                </a:solidFill>
                <a:latin typeface="+mn-lt"/>
                <a:ea typeface="+mn-ea"/>
                <a:cs typeface="Forte Forward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KIND</a:t>
            </a:r>
            <a:endParaRPr lang="en-US" sz="1800" dirty="0"/>
          </a:p>
          <a:p>
            <a:pPr algn="l"/>
            <a:r>
              <a:rPr lang="en-US" sz="900" dirty="0" err="1"/>
              <a:t>kindlab-fly.github.io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3561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uwang0103.github.io/" TargetMode="External"/><Relationship Id="rId2" Type="http://schemas.openxmlformats.org/officeDocument/2006/relationships/hyperlink" Target="https://ml-graph.github.io/spring-2026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indlab-fly.github.io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1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4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7.png"/><Relationship Id="rId3" Type="http://schemas.openxmlformats.org/officeDocument/2006/relationships/image" Target="../media/image29.png"/><Relationship Id="rId21" Type="http://schemas.openxmlformats.org/officeDocument/2006/relationships/image" Target="../media/image5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6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5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6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64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63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62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6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70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69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68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72.png"/><Relationship Id="rId3" Type="http://schemas.openxmlformats.org/officeDocument/2006/relationships/image" Target="../media/image29.png"/><Relationship Id="rId21" Type="http://schemas.openxmlformats.org/officeDocument/2006/relationships/image" Target="../media/image6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7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69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68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5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75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74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73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78.png"/><Relationship Id="rId18" Type="http://schemas.openxmlformats.org/officeDocument/2006/relationships/image" Target="../media/image84.png"/><Relationship Id="rId7" Type="http://schemas.openxmlformats.org/officeDocument/2006/relationships/image" Target="../media/image210.png"/><Relationship Id="rId12" Type="http://schemas.openxmlformats.org/officeDocument/2006/relationships/image" Target="../media/image77.png"/><Relationship Id="rId17" Type="http://schemas.openxmlformats.org/officeDocument/2006/relationships/image" Target="../media/image83.png"/><Relationship Id="rId2" Type="http://schemas.openxmlformats.org/officeDocument/2006/relationships/image" Target="../media/image76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50.png"/><Relationship Id="rId15" Type="http://schemas.openxmlformats.org/officeDocument/2006/relationships/image" Target="../media/image81.png"/><Relationship Id="rId10" Type="http://schemas.openxmlformats.org/officeDocument/2006/relationships/image" Target="../media/image240.png"/><Relationship Id="rId19" Type="http://schemas.openxmlformats.org/officeDocument/2006/relationships/image" Target="../media/image85.png"/><Relationship Id="rId9" Type="http://schemas.openxmlformats.org/officeDocument/2006/relationships/image" Target="../media/image230.png"/><Relationship Id="rId1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9.png"/><Relationship Id="rId7" Type="http://schemas.openxmlformats.org/officeDocument/2006/relationships/image" Target="../media/image8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8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8.png"/><Relationship Id="rId4" Type="http://schemas.openxmlformats.org/officeDocument/2006/relationships/image" Target="../media/image79.png"/><Relationship Id="rId9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8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9.png"/><Relationship Id="rId9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93.png"/><Relationship Id="rId3" Type="http://schemas.openxmlformats.org/officeDocument/2006/relationships/image" Target="../media/image90.png"/><Relationship Id="rId7" Type="http://schemas.openxmlformats.org/officeDocument/2006/relationships/image" Target="../media/image19.png"/><Relationship Id="rId12" Type="http://schemas.openxmlformats.org/officeDocument/2006/relationships/image" Target="../media/image9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91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98.png"/><Relationship Id="rId3" Type="http://schemas.openxmlformats.org/officeDocument/2006/relationships/image" Target="../media/image90.png"/><Relationship Id="rId7" Type="http://schemas.openxmlformats.org/officeDocument/2006/relationships/image" Target="../media/image19.png"/><Relationship Id="rId12" Type="http://schemas.openxmlformats.org/officeDocument/2006/relationships/image" Target="../media/image9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96.png"/><Relationship Id="rId5" Type="http://schemas.openxmlformats.org/officeDocument/2006/relationships/image" Target="../media/image17.png"/><Relationship Id="rId15" Type="http://schemas.openxmlformats.org/officeDocument/2006/relationships/image" Target="../media/image101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3.png"/><Relationship Id="rId3" Type="http://schemas.openxmlformats.org/officeDocument/2006/relationships/image" Target="../media/image90.png"/><Relationship Id="rId7" Type="http://schemas.openxmlformats.org/officeDocument/2006/relationships/image" Target="../media/image19.png"/><Relationship Id="rId12" Type="http://schemas.openxmlformats.org/officeDocument/2006/relationships/image" Target="../media/image9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02.png"/><Relationship Id="rId5" Type="http://schemas.openxmlformats.org/officeDocument/2006/relationships/image" Target="../media/image17.png"/><Relationship Id="rId15" Type="http://schemas.openxmlformats.org/officeDocument/2006/relationships/image" Target="../media/image105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6.png"/><Relationship Id="rId3" Type="http://schemas.openxmlformats.org/officeDocument/2006/relationships/image" Target="../media/image90.png"/><Relationship Id="rId7" Type="http://schemas.openxmlformats.org/officeDocument/2006/relationships/image" Target="../media/image19.png"/><Relationship Id="rId12" Type="http://schemas.openxmlformats.org/officeDocument/2006/relationships/image" Target="../media/image10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02.png"/><Relationship Id="rId5" Type="http://schemas.openxmlformats.org/officeDocument/2006/relationships/image" Target="../media/image17.png"/><Relationship Id="rId15" Type="http://schemas.openxmlformats.org/officeDocument/2006/relationships/image" Target="../media/image10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93.png"/><Relationship Id="rId3" Type="http://schemas.openxmlformats.org/officeDocument/2006/relationships/image" Target="../media/image90.png"/><Relationship Id="rId7" Type="http://schemas.openxmlformats.org/officeDocument/2006/relationships/image" Target="../media/image19.png"/><Relationship Id="rId12" Type="http://schemas.openxmlformats.org/officeDocument/2006/relationships/image" Target="../media/image9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09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11.png"/><Relationship Id="rId5" Type="http://schemas.openxmlformats.org/officeDocument/2006/relationships/image" Target="../media/image18.png"/><Relationship Id="rId10" Type="http://schemas.openxmlformats.org/officeDocument/2006/relationships/image" Target="../media/image110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12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12" Type="http://schemas.openxmlformats.org/officeDocument/2006/relationships/image" Target="../media/image111.png"/><Relationship Id="rId2" Type="http://schemas.openxmlformats.org/officeDocument/2006/relationships/image" Target="../media/image121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10.png"/><Relationship Id="rId5" Type="http://schemas.openxmlformats.org/officeDocument/2006/relationships/image" Target="../media/image17.png"/><Relationship Id="rId15" Type="http://schemas.openxmlformats.org/officeDocument/2006/relationships/image" Target="../media/image11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3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6.png"/><Relationship Id="rId21" Type="http://schemas.openxmlformats.org/officeDocument/2006/relationships/image" Target="../media/image128.png"/><Relationship Id="rId7" Type="http://schemas.openxmlformats.org/officeDocument/2006/relationships/image" Target="../media/image20.png"/><Relationship Id="rId12" Type="http://schemas.openxmlformats.org/officeDocument/2006/relationships/image" Target="../media/image112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13.png"/><Relationship Id="rId16" Type="http://schemas.openxmlformats.org/officeDocument/2006/relationships/image" Target="../media/image76.png"/><Relationship Id="rId20" Type="http://schemas.openxmlformats.org/officeDocument/2006/relationships/image" Target="../media/image127.pn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11.png"/><Relationship Id="rId24" Type="http://schemas.openxmlformats.org/officeDocument/2006/relationships/image" Target="../media/image131.png"/><Relationship Id="rId5" Type="http://schemas.openxmlformats.org/officeDocument/2006/relationships/image" Target="../media/image18.png"/><Relationship Id="rId15" Type="http://schemas.openxmlformats.org/officeDocument/2006/relationships/image" Target="../media/image123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0.png"/><Relationship Id="rId19" Type="http://schemas.openxmlformats.org/officeDocument/2006/relationships/image" Target="../media/image126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14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44.png"/><Relationship Id="rId3" Type="http://schemas.openxmlformats.org/officeDocument/2006/relationships/image" Target="../media/image76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43.png"/><Relationship Id="rId2" Type="http://schemas.openxmlformats.org/officeDocument/2006/relationships/image" Target="../media/image137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41.png"/><Relationship Id="rId10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29.png"/><Relationship Id="rId14" Type="http://schemas.openxmlformats.org/officeDocument/2006/relationships/image" Target="../media/image14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44.png"/><Relationship Id="rId3" Type="http://schemas.openxmlformats.org/officeDocument/2006/relationships/image" Target="../media/image76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43.png"/><Relationship Id="rId2" Type="http://schemas.openxmlformats.org/officeDocument/2006/relationships/image" Target="../media/image137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41.png"/><Relationship Id="rId10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29.png"/><Relationship Id="rId14" Type="http://schemas.openxmlformats.org/officeDocument/2006/relationships/image" Target="../media/image1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0.png"/><Relationship Id="rId3" Type="http://schemas.openxmlformats.org/officeDocument/2006/relationships/image" Target="../media/image76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52.png"/><Relationship Id="rId10" Type="http://schemas.openxmlformats.org/officeDocument/2006/relationships/image" Target="../media/image139.png"/><Relationship Id="rId4" Type="http://schemas.openxmlformats.org/officeDocument/2006/relationships/image" Target="../media/image147.png"/><Relationship Id="rId9" Type="http://schemas.openxmlformats.org/officeDocument/2006/relationships/image" Target="../media/image129.png"/><Relationship Id="rId14" Type="http://schemas.openxmlformats.org/officeDocument/2006/relationships/image" Target="../media/image15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94.png"/><Relationship Id="rId2" Type="http://schemas.openxmlformats.org/officeDocument/2006/relationships/image" Target="../media/image13.png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92.png"/><Relationship Id="rId5" Type="http://schemas.openxmlformats.org/officeDocument/2006/relationships/image" Target="../media/image18.png"/><Relationship Id="rId15" Type="http://schemas.openxmlformats.org/officeDocument/2006/relationships/image" Target="../media/image156.png"/><Relationship Id="rId10" Type="http://schemas.openxmlformats.org/officeDocument/2006/relationships/image" Target="../media/image154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62.png"/><Relationship Id="rId7" Type="http://schemas.openxmlformats.org/officeDocument/2006/relationships/image" Target="../media/image174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178.png"/><Relationship Id="rId5" Type="http://schemas.openxmlformats.org/officeDocument/2006/relationships/image" Target="../media/image173.png"/><Relationship Id="rId10" Type="http://schemas.openxmlformats.org/officeDocument/2006/relationships/image" Target="../media/image177.png"/><Relationship Id="rId4" Type="http://schemas.openxmlformats.org/officeDocument/2006/relationships/image" Target="../media/image163.png"/><Relationship Id="rId9" Type="http://schemas.openxmlformats.org/officeDocument/2006/relationships/image" Target="../media/image1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3" Type="http://schemas.openxmlformats.org/officeDocument/2006/relationships/image" Target="../media/image198.png"/><Relationship Id="rId7" Type="http://schemas.openxmlformats.org/officeDocument/2006/relationships/image" Target="../media/image200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93.png"/><Relationship Id="rId4" Type="http://schemas.openxmlformats.org/officeDocument/2006/relationships/image" Target="../media/image19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8.png"/><Relationship Id="rId7" Type="http://schemas.openxmlformats.org/officeDocument/2006/relationships/image" Target="../media/image203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193.png"/><Relationship Id="rId10" Type="http://schemas.openxmlformats.org/officeDocument/2006/relationships/image" Target="../media/image206.png"/><Relationship Id="rId4" Type="http://schemas.openxmlformats.org/officeDocument/2006/relationships/image" Target="../media/image199.png"/><Relationship Id="rId9" Type="http://schemas.openxmlformats.org/officeDocument/2006/relationships/image" Target="../media/image20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4.png"/><Relationship Id="rId3" Type="http://schemas.openxmlformats.org/officeDocument/2006/relationships/image" Target="../media/image121.png"/><Relationship Id="rId7" Type="http://schemas.openxmlformats.org/officeDocument/2006/relationships/image" Target="../media/image132.png"/><Relationship Id="rId12" Type="http://schemas.openxmlformats.org/officeDocument/2006/relationships/image" Target="../media/image213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212.png"/><Relationship Id="rId5" Type="http://schemas.openxmlformats.org/officeDocument/2006/relationships/image" Target="../media/image139.png"/><Relationship Id="rId10" Type="http://schemas.openxmlformats.org/officeDocument/2006/relationships/image" Target="../media/image211.png"/><Relationship Id="rId4" Type="http://schemas.openxmlformats.org/officeDocument/2006/relationships/image" Target="../media/image129.png"/><Relationship Id="rId9" Type="http://schemas.openxmlformats.org/officeDocument/2006/relationships/image" Target="../media/image20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12.jpe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1.png"/><Relationship Id="rId4" Type="http://schemas.openxmlformats.org/officeDocument/2006/relationships/image" Target="../media/image21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174.png"/><Relationship Id="rId3" Type="http://schemas.openxmlformats.org/officeDocument/2006/relationships/image" Target="../media/image216.png"/><Relationship Id="rId7" Type="http://schemas.openxmlformats.org/officeDocument/2006/relationships/image" Target="../media/image221.png"/><Relationship Id="rId12" Type="http://schemas.openxmlformats.org/officeDocument/2006/relationships/image" Target="../media/image171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11" Type="http://schemas.openxmlformats.org/officeDocument/2006/relationships/image" Target="../media/image225.png"/><Relationship Id="rId5" Type="http://schemas.openxmlformats.org/officeDocument/2006/relationships/image" Target="../media/image218.png"/><Relationship Id="rId15" Type="http://schemas.openxmlformats.org/officeDocument/2006/relationships/image" Target="../media/image226.png"/><Relationship Id="rId10" Type="http://schemas.openxmlformats.org/officeDocument/2006/relationships/image" Target="../media/image224.png"/><Relationship Id="rId4" Type="http://schemas.openxmlformats.org/officeDocument/2006/relationships/image" Target="../media/image217.png"/><Relationship Id="rId9" Type="http://schemas.openxmlformats.org/officeDocument/2006/relationships/image" Target="../media/image223.png"/><Relationship Id="rId14" Type="http://schemas.openxmlformats.org/officeDocument/2006/relationships/image" Target="../media/image17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29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93.png"/><Relationship Id="rId7" Type="http://schemas.openxmlformats.org/officeDocument/2006/relationships/image" Target="../media/image233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11" Type="http://schemas.openxmlformats.org/officeDocument/2006/relationships/image" Target="../media/image205.png"/><Relationship Id="rId5" Type="http://schemas.openxmlformats.org/officeDocument/2006/relationships/image" Target="../media/image196.png"/><Relationship Id="rId10" Type="http://schemas.openxmlformats.org/officeDocument/2006/relationships/image" Target="../media/image204.png"/><Relationship Id="rId4" Type="http://schemas.openxmlformats.org/officeDocument/2006/relationships/image" Target="../media/image195.png"/><Relationship Id="rId9" Type="http://schemas.openxmlformats.org/officeDocument/2006/relationships/image" Target="../media/image20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7" Type="http://schemas.openxmlformats.org/officeDocument/2006/relationships/image" Target="../media/image235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195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19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726B7-B106-F242-3A92-ABA0749A984D}"/>
              </a:ext>
            </a:extLst>
          </p:cNvPr>
          <p:cNvSpPr txBox="1"/>
          <p:nvPr/>
        </p:nvSpPr>
        <p:spPr>
          <a:xfrm>
            <a:off x="841972" y="1943723"/>
            <a:ext cx="7460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Gen-AI</a:t>
            </a:r>
          </a:p>
          <a:p>
            <a:pPr algn="ctr"/>
            <a:endParaRPr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A7134-20FA-99AE-F002-1F9AB583CDBE}"/>
              </a:ext>
            </a:extLst>
          </p:cNvPr>
          <p:cNvSpPr txBox="1"/>
          <p:nvPr/>
        </p:nvSpPr>
        <p:spPr>
          <a:xfrm>
            <a:off x="2214320" y="3435977"/>
            <a:ext cx="4715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hlinkClick r:id="rId2"/>
              </a:rPr>
              <a:t>https://ml-</a:t>
            </a:r>
            <a:r>
              <a:rPr lang="en-US" u="sng" dirty="0" err="1">
                <a:hlinkClick r:id="rId2"/>
              </a:rPr>
              <a:t>graph.github.io</a:t>
            </a:r>
            <a:r>
              <a:rPr lang="en-US" u="sng" dirty="0">
                <a:hlinkClick r:id="rId2"/>
              </a:rPr>
              <a:t>/spring-2026/</a:t>
            </a: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3BE7F-3460-E736-3C1F-D641C82CAC43}"/>
              </a:ext>
            </a:extLst>
          </p:cNvPr>
          <p:cNvSpPr txBox="1"/>
          <p:nvPr/>
        </p:nvSpPr>
        <p:spPr>
          <a:xfrm>
            <a:off x="1890137" y="4394671"/>
            <a:ext cx="53637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Oregon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https://yuwang0103.github.io/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kindlab-fly.github.io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2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8B15-DEA5-02B8-D85F-240DD48B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690C8-7A55-3C77-73F2-CD412D67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19934-B65F-389A-171B-C8CFAEEE1B1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9" name="Picture 2" descr="Normal distribution - Wikipedia">
            <a:extLst>
              <a:ext uri="{FF2B5EF4-FFF2-40B4-BE49-F238E27FC236}">
                <a16:creationId xmlns:a16="http://schemas.microsoft.com/office/drawing/2014/main" id="{64D380B7-35F0-8960-074B-D4A0AC58D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25" y="1379962"/>
            <a:ext cx="3205448" cy="20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13622B-D59D-2715-6FF2-3FF00648B0DA}"/>
              </a:ext>
            </a:extLst>
          </p:cNvPr>
          <p:cNvSpPr txBox="1"/>
          <p:nvPr/>
        </p:nvSpPr>
        <p:spPr>
          <a:xfrm>
            <a:off x="276789" y="1010630"/>
            <a:ext cx="3302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" pitchFamily="2" charset="0"/>
              </a:rPr>
              <a:t>1D</a:t>
            </a:r>
            <a:r>
              <a:rPr lang="zh-CN" altLang="en-US" sz="1600" b="1" dirty="0">
                <a:latin typeface="Times" pitchFamily="2" charset="0"/>
              </a:rPr>
              <a:t> </a:t>
            </a:r>
            <a:r>
              <a:rPr lang="en-US" altLang="zh-CN" sz="1600" b="1" dirty="0">
                <a:latin typeface="Times" pitchFamily="2" charset="0"/>
              </a:rPr>
              <a:t>Gaussian</a:t>
            </a:r>
            <a:r>
              <a:rPr lang="zh-CN" altLang="en-US" sz="1600" b="1" dirty="0">
                <a:latin typeface="Times" pitchFamily="2" charset="0"/>
              </a:rPr>
              <a:t> </a:t>
            </a:r>
            <a:r>
              <a:rPr lang="en-US" altLang="zh-CN" sz="1600" b="1" dirty="0">
                <a:latin typeface="Times" pitchFamily="2" charset="0"/>
              </a:rPr>
              <a:t>Distribution</a:t>
            </a:r>
            <a:endParaRPr lang="en-US" sz="1600" dirty="0"/>
          </a:p>
        </p:txBody>
      </p:sp>
      <p:pic>
        <p:nvPicPr>
          <p:cNvPr id="11" name="Picture 2" descr="undefined">
            <a:extLst>
              <a:ext uri="{FF2B5EF4-FFF2-40B4-BE49-F238E27FC236}">
                <a16:creationId xmlns:a16="http://schemas.microsoft.com/office/drawing/2014/main" id="{F6D0B748-362C-5FF8-CF84-0E7D1C2C8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449" y="1379961"/>
            <a:ext cx="2708335" cy="20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FD7D47-E9D3-16EC-D3BF-FC0BDF9D4D9D}"/>
              </a:ext>
            </a:extLst>
          </p:cNvPr>
          <p:cNvSpPr txBox="1"/>
          <p:nvPr/>
        </p:nvSpPr>
        <p:spPr>
          <a:xfrm>
            <a:off x="4417190" y="1010630"/>
            <a:ext cx="3302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" pitchFamily="2" charset="0"/>
              </a:rPr>
              <a:t>2D</a:t>
            </a:r>
            <a:r>
              <a:rPr lang="zh-CN" altLang="en-US" sz="1600" b="1" dirty="0">
                <a:latin typeface="Times" pitchFamily="2" charset="0"/>
              </a:rPr>
              <a:t> </a:t>
            </a:r>
            <a:r>
              <a:rPr lang="en-US" altLang="zh-CN" sz="1600" b="1" dirty="0">
                <a:latin typeface="Times" pitchFamily="2" charset="0"/>
              </a:rPr>
              <a:t>Gaussian</a:t>
            </a:r>
            <a:r>
              <a:rPr lang="zh-CN" altLang="en-US" sz="1600" b="1" dirty="0">
                <a:latin typeface="Times" pitchFamily="2" charset="0"/>
              </a:rPr>
              <a:t> </a:t>
            </a:r>
            <a:r>
              <a:rPr lang="en-US" altLang="zh-CN" sz="1600" b="1" dirty="0">
                <a:latin typeface="Times" pitchFamily="2" charset="0"/>
              </a:rPr>
              <a:t>Distribution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27866-D8C3-D529-687D-EA2512217549}"/>
                  </a:ext>
                </a:extLst>
              </p:cNvPr>
              <p:cNvSpPr txBox="1"/>
              <p:nvPr/>
            </p:nvSpPr>
            <p:spPr>
              <a:xfrm>
                <a:off x="3579641" y="2032907"/>
                <a:ext cx="6939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27866-D8C3-D529-687D-EA251221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641" y="2032907"/>
                <a:ext cx="6939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325DB8-841B-B8BC-E2E1-FF220DA1B6BD}"/>
                  </a:ext>
                </a:extLst>
              </p:cNvPr>
              <p:cNvSpPr txBox="1"/>
              <p:nvPr/>
            </p:nvSpPr>
            <p:spPr>
              <a:xfrm>
                <a:off x="7579741" y="2032907"/>
                <a:ext cx="6939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325DB8-841B-B8BC-E2E1-FF220DA1B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741" y="2032907"/>
                <a:ext cx="6939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15956E-710F-742B-2187-AC6255426E54}"/>
                  </a:ext>
                </a:extLst>
              </p:cNvPr>
              <p:cNvSpPr txBox="1"/>
              <p:nvPr/>
            </p:nvSpPr>
            <p:spPr>
              <a:xfrm>
                <a:off x="5899038" y="5946901"/>
                <a:ext cx="1134808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256×256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15956E-710F-742B-2187-AC6255426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038" y="5946901"/>
                <a:ext cx="1134808" cy="379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6" descr="Dogs Pixel Art Grids | ProHama.com">
            <a:extLst>
              <a:ext uri="{FF2B5EF4-FFF2-40B4-BE49-F238E27FC236}">
                <a16:creationId xmlns:a16="http://schemas.microsoft.com/office/drawing/2014/main" id="{74FEA7A3-ACDB-D5B1-4C57-63710993C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119" y="3769686"/>
            <a:ext cx="2049038" cy="20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Pixel Art Dog | Pixel Art Pixel Art | 32x32 Pixel Art">
            <a:extLst>
              <a:ext uri="{FF2B5EF4-FFF2-40B4-BE49-F238E27FC236}">
                <a16:creationId xmlns:a16="http://schemas.microsoft.com/office/drawing/2014/main" id="{BBC87C5F-4D17-266A-7C89-0EE6E2D35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190" y="3769685"/>
            <a:ext cx="2047141" cy="20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omplex High-Dimensional Energy Landscapes - IPAM">
            <a:extLst>
              <a:ext uri="{FF2B5EF4-FFF2-40B4-BE49-F238E27FC236}">
                <a16:creationId xmlns:a16="http://schemas.microsoft.com/office/drawing/2014/main" id="{E75F157D-1FF9-05F6-0C22-357B3134F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25" y="3579152"/>
            <a:ext cx="3475972" cy="243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27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D381-0023-CD25-EB18-8A36100E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A5BA4C-1016-9A11-0F12-9B392B6B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8B81DA-58E5-5FB9-E8CE-778CB512021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0D1A0-1DD1-710A-6B43-9029E50B3474}"/>
              </a:ext>
            </a:extLst>
          </p:cNvPr>
          <p:cNvSpPr txBox="1"/>
          <p:nvPr/>
        </p:nvSpPr>
        <p:spPr>
          <a:xfrm>
            <a:off x="422018" y="851694"/>
            <a:ext cx="8234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" pitchFamily="2" charset="0"/>
              </a:rPr>
              <a:t>Probability</a:t>
            </a:r>
            <a:r>
              <a:rPr lang="zh-CN" altLang="en-US" sz="2000" b="1" dirty="0">
                <a:solidFill>
                  <a:srgbClr val="FF0000"/>
                </a:solidFill>
                <a:latin typeface="Times" pitchFamily="2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" pitchFamily="2" charset="0"/>
              </a:rPr>
              <a:t>distribution</a:t>
            </a:r>
            <a:r>
              <a:rPr lang="zh-CN" altLang="en-US" sz="2000" b="1" dirty="0">
                <a:solidFill>
                  <a:srgbClr val="FF0000"/>
                </a:solidFill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of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the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" pitchFamily="2" charset="0"/>
              </a:rPr>
              <a:t>objective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based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on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dirty="0">
                <a:latin typeface="Times" pitchFamily="2" charset="0"/>
              </a:rPr>
              <a:t>the</a:t>
            </a:r>
            <a:r>
              <a:rPr lang="zh-CN" altLang="en-US" sz="2000" dirty="0">
                <a:latin typeface="Times" pitchFamily="2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" pitchFamily="2" charset="0"/>
              </a:rPr>
              <a:t>observed</a:t>
            </a:r>
            <a:r>
              <a:rPr lang="zh-CN" altLang="en-US" sz="2000" b="1" dirty="0">
                <a:solidFill>
                  <a:srgbClr val="FF0000"/>
                </a:solidFill>
                <a:latin typeface="Times" pitchFamily="2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" pitchFamily="2" charset="0"/>
              </a:rPr>
              <a:t>data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F79A76D-108D-38DE-A974-61B100008D14}"/>
              </a:ext>
            </a:extLst>
          </p:cNvPr>
          <p:cNvSpPr txBox="1"/>
          <p:nvPr/>
        </p:nvSpPr>
        <p:spPr>
          <a:xfrm>
            <a:off x="187778" y="1613119"/>
            <a:ext cx="406329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Density Estimation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Mixture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647595-E1EB-8100-A61D-92AC92E6BC96}"/>
              </a:ext>
            </a:extLst>
          </p:cNvPr>
          <p:cNvSpPr txBox="1"/>
          <p:nvPr/>
        </p:nvSpPr>
        <p:spPr>
          <a:xfrm>
            <a:off x="187778" y="3630655"/>
            <a:ext cx="43515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Auto-Encoder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 (VAE)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(GAN)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D6E772-9A35-3589-4085-7A27C372C36A}"/>
              </a:ext>
            </a:extLst>
          </p:cNvPr>
          <p:cNvGrpSpPr/>
          <p:nvPr/>
        </p:nvGrpSpPr>
        <p:grpSpPr>
          <a:xfrm>
            <a:off x="4251068" y="1478756"/>
            <a:ext cx="4117324" cy="324641"/>
            <a:chOff x="4572000" y="1533080"/>
            <a:chExt cx="4117324" cy="3246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2B19898-6FE3-90B6-3868-91B4B8418462}"/>
                </a:ext>
              </a:extLst>
            </p:cNvPr>
            <p:cNvGrpSpPr/>
            <p:nvPr/>
          </p:nvGrpSpPr>
          <p:grpSpPr>
            <a:xfrm>
              <a:off x="6641114" y="1533081"/>
              <a:ext cx="2048210" cy="307778"/>
              <a:chOff x="5441655" y="1568307"/>
              <a:chExt cx="2048210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8">
                    <a:extLst>
                      <a:ext uri="{FF2B5EF4-FFF2-40B4-BE49-F238E27FC236}">
                        <a16:creationId xmlns:a16="http://schemas.microsoft.com/office/drawing/2014/main" id="{24194FB1-0D8E-FDF2-10CA-A6B2C990AAFB}"/>
                      </a:ext>
                    </a:extLst>
                  </p:cNvPr>
                  <p:cNvSpPr txBox="1"/>
                  <p:nvPr/>
                </p:nvSpPr>
                <p:spPr>
                  <a:xfrm>
                    <a:off x="5441655" y="1568308"/>
                    <a:ext cx="57829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6" name="TextBox 8">
                    <a:extLst>
                      <a:ext uri="{FF2B5EF4-FFF2-40B4-BE49-F238E27FC236}">
                        <a16:creationId xmlns:a16="http://schemas.microsoft.com/office/drawing/2014/main" id="{C0049A7B-70E8-5811-A133-81261E556D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41655" y="1568308"/>
                    <a:ext cx="578299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8511" r="-14894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10">
                    <a:extLst>
                      <a:ext uri="{FF2B5EF4-FFF2-40B4-BE49-F238E27FC236}">
                        <a16:creationId xmlns:a16="http://schemas.microsoft.com/office/drawing/2014/main" id="{4B07F112-5F04-D717-5EA9-7CE4DF965046}"/>
                      </a:ext>
                    </a:extLst>
                  </p:cNvPr>
                  <p:cNvSpPr txBox="1"/>
                  <p:nvPr/>
                </p:nvSpPr>
                <p:spPr>
                  <a:xfrm>
                    <a:off x="7288143" y="1568307"/>
                    <a:ext cx="20172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3" name="TextBox 10">
                    <a:extLst>
                      <a:ext uri="{FF2B5EF4-FFF2-40B4-BE49-F238E27FC236}">
                        <a16:creationId xmlns:a16="http://schemas.microsoft.com/office/drawing/2014/main" id="{A7E42F67-0CB7-7EDC-9925-EC2DA7FB8F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8143" y="1568307"/>
                    <a:ext cx="201722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647" r="-117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B1309F6-D818-4CD8-9DE7-005C5A06F501}"/>
                  </a:ext>
                </a:extLst>
              </p:cNvPr>
              <p:cNvCxnSpPr>
                <a:stCxn id="20" idx="3"/>
                <a:endCxn id="22" idx="1"/>
              </p:cNvCxnSpPr>
              <p:nvPr/>
            </p:nvCxnSpPr>
            <p:spPr>
              <a:xfrm flipV="1">
                <a:off x="6019954" y="1722196"/>
                <a:ext cx="1268189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19">
                  <a:extLst>
                    <a:ext uri="{FF2B5EF4-FFF2-40B4-BE49-F238E27FC236}">
                      <a16:creationId xmlns:a16="http://schemas.microsoft.com/office/drawing/2014/main" id="{3168A0D5-E387-0B1A-0B1E-44AC0E4A0538}"/>
                    </a:ext>
                  </a:extLst>
                </p:cNvPr>
                <p:cNvSpPr txBox="1"/>
                <p:nvPr/>
              </p:nvSpPr>
              <p:spPr>
                <a:xfrm>
                  <a:off x="4572000" y="1533080"/>
                  <a:ext cx="800925" cy="3246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" name="TextBox 19">
                  <a:extLst>
                    <a:ext uri="{FF2B5EF4-FFF2-40B4-BE49-F238E27FC236}">
                      <a16:creationId xmlns:a16="http://schemas.microsoft.com/office/drawing/2014/main" id="{4E7E3D81-B29B-914C-DBDB-2A6EF694B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1533080"/>
                  <a:ext cx="800925" cy="324641"/>
                </a:xfrm>
                <a:prstGeom prst="rect">
                  <a:avLst/>
                </a:prstGeom>
                <a:blipFill>
                  <a:blip r:embed="rId4"/>
                  <a:stretch>
                    <a:fillRect r="-1563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CE5CAB9-3577-793E-5BAD-728DD6A48DD6}"/>
                </a:ext>
              </a:extLst>
            </p:cNvPr>
            <p:cNvCxnSpPr>
              <a:cxnSpLocks/>
              <a:stCxn id="8" idx="3"/>
              <a:endCxn id="20" idx="1"/>
            </p:cNvCxnSpPr>
            <p:nvPr/>
          </p:nvCxnSpPr>
          <p:spPr>
            <a:xfrm flipV="1">
              <a:off x="5372925" y="1686971"/>
              <a:ext cx="1268189" cy="84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7">
            <a:extLst>
              <a:ext uri="{FF2B5EF4-FFF2-40B4-BE49-F238E27FC236}">
                <a16:creationId xmlns:a16="http://schemas.microsoft.com/office/drawing/2014/main" id="{25A61863-DF70-C778-71C4-6D05984D112C}"/>
              </a:ext>
            </a:extLst>
          </p:cNvPr>
          <p:cNvSpPr txBox="1"/>
          <p:nvPr/>
        </p:nvSpPr>
        <p:spPr>
          <a:xfrm>
            <a:off x="6868644" y="1632645"/>
            <a:ext cx="1212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FD8FD290-43CA-AF04-9279-46D013F46B70}"/>
              </a:ext>
            </a:extLst>
          </p:cNvPr>
          <p:cNvSpPr txBox="1"/>
          <p:nvPr/>
        </p:nvSpPr>
        <p:spPr>
          <a:xfrm>
            <a:off x="4980729" y="1636729"/>
            <a:ext cx="1410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B0E23E93-5EAD-F17E-8F6A-5B09768A7CB5}"/>
              </a:ext>
            </a:extLst>
          </p:cNvPr>
          <p:cNvSpPr/>
          <p:nvPr/>
        </p:nvSpPr>
        <p:spPr>
          <a:xfrm>
            <a:off x="4539342" y="2256163"/>
            <a:ext cx="220436" cy="1047282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2A7D029A-C065-F529-1B1F-04B991D28D46}"/>
              </a:ext>
            </a:extLst>
          </p:cNvPr>
          <p:cNvSpPr/>
          <p:nvPr/>
        </p:nvSpPr>
        <p:spPr>
          <a:xfrm>
            <a:off x="4541312" y="3789746"/>
            <a:ext cx="220436" cy="2371459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C1E20E41-43DF-A9D1-723B-9B3505877D5C}"/>
              </a:ext>
            </a:extLst>
          </p:cNvPr>
          <p:cNvSpPr txBox="1"/>
          <p:nvPr/>
        </p:nvSpPr>
        <p:spPr>
          <a:xfrm>
            <a:off x="4943392" y="2504428"/>
            <a:ext cx="3910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4E60A3BE-2628-6F50-1FC3-AD59E5719E5A}"/>
              </a:ext>
            </a:extLst>
          </p:cNvPr>
          <p:cNvSpPr txBox="1"/>
          <p:nvPr/>
        </p:nvSpPr>
        <p:spPr>
          <a:xfrm>
            <a:off x="4972051" y="4724144"/>
            <a:ext cx="398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learnable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DB60-CFED-B44E-98C4-9A5CCF34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D8733F-4209-1C85-1D06-D85816D3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E7115A-BBF9-71A6-F412-DF284BA9035C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31672-0998-4B93-F989-ED9F1842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2" y="1183723"/>
            <a:ext cx="8910396" cy="47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19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AFBE-4364-195E-4C46-0219D7591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A30D40-8921-0420-3F8B-19AB3DDF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006F83-7276-4B39-70BC-E2CA062D747C}"/>
              </a:ext>
            </a:extLst>
          </p:cNvPr>
          <p:cNvSpPr txBox="1"/>
          <p:nvPr/>
        </p:nvSpPr>
        <p:spPr>
          <a:xfrm>
            <a:off x="23148" y="281352"/>
            <a:ext cx="9454960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– GAN/AE(VAE) shares the same decoder architecture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1763F7-6D4E-FF07-2134-D8BFC6543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2" y="1183723"/>
            <a:ext cx="8910396" cy="476665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D535CB-CB67-DCD2-BA01-49D142EB5176}"/>
              </a:ext>
            </a:extLst>
          </p:cNvPr>
          <p:cNvSpPr/>
          <p:nvPr/>
        </p:nvSpPr>
        <p:spPr>
          <a:xfrm>
            <a:off x="5794131" y="1608992"/>
            <a:ext cx="3233067" cy="1934308"/>
          </a:xfrm>
          <a:prstGeom prst="roundRect">
            <a:avLst>
              <a:gd name="adj" fmla="val 5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29F848-47C3-907E-23C5-061D8E953A63}"/>
              </a:ext>
            </a:extLst>
          </p:cNvPr>
          <p:cNvSpPr/>
          <p:nvPr/>
        </p:nvSpPr>
        <p:spPr>
          <a:xfrm>
            <a:off x="3062654" y="3880338"/>
            <a:ext cx="3233067" cy="2177562"/>
          </a:xfrm>
          <a:prstGeom prst="roundRect">
            <a:avLst>
              <a:gd name="adj" fmla="val 5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5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E585-218A-3EBB-13EA-17AB2699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D8DF0-5D20-31DF-3F9F-A2FD9FA7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96E8C-92E5-053E-803D-B1706A99BEE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One-step Decoder-based Generation is too Difficult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9" name="Picture 2" descr="Noise Review">
            <a:extLst>
              <a:ext uri="{FF2B5EF4-FFF2-40B4-BE49-F238E27FC236}">
                <a16:creationId xmlns:a16="http://schemas.microsoft.com/office/drawing/2014/main" id="{9856934B-31D8-3EF5-41A7-14016181A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7245"/>
            <a:ext cx="4031345" cy="302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he 30 Cutest Dog Breeds - Most Adorable Dogs and Puppies">
            <a:extLst>
              <a:ext uri="{FF2B5EF4-FFF2-40B4-BE49-F238E27FC236}">
                <a16:creationId xmlns:a16="http://schemas.microsoft.com/office/drawing/2014/main" id="{C78237E0-6FE3-1331-4457-E2E70A4DD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420" y="2145806"/>
            <a:ext cx="2475987" cy="246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8BDD92-E759-5EBC-11DE-F577B24C0839}"/>
              </a:ext>
            </a:extLst>
          </p:cNvPr>
          <p:cNvCxnSpPr>
            <a:stCxn id="9" idx="3"/>
          </p:cNvCxnSpPr>
          <p:nvPr/>
        </p:nvCxnSpPr>
        <p:spPr>
          <a:xfrm flipV="1">
            <a:off x="4031345" y="3428999"/>
            <a:ext cx="170015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8380B3-F593-6294-8868-B123CE81474C}"/>
              </a:ext>
            </a:extLst>
          </p:cNvPr>
          <p:cNvSpPr txBox="1"/>
          <p:nvPr/>
        </p:nvSpPr>
        <p:spPr>
          <a:xfrm>
            <a:off x="4031345" y="2672769"/>
            <a:ext cx="170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One-shot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241BD1-A8F2-A4C3-63F8-7DD78AE763B8}"/>
              </a:ext>
            </a:extLst>
          </p:cNvPr>
          <p:cNvSpPr txBox="1"/>
          <p:nvPr/>
        </p:nvSpPr>
        <p:spPr>
          <a:xfrm>
            <a:off x="1235433" y="5751873"/>
            <a:ext cx="2349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F1893C-0375-1AA4-74B9-9E2B3DD3E4D0}"/>
              </a:ext>
            </a:extLst>
          </p:cNvPr>
          <p:cNvSpPr txBox="1"/>
          <p:nvPr/>
        </p:nvSpPr>
        <p:spPr>
          <a:xfrm>
            <a:off x="5731497" y="5767262"/>
            <a:ext cx="2409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19334B-A6D2-AC50-F947-EAC4D9A594F6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584448" y="5951928"/>
            <a:ext cx="21470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6AE206-6478-E613-2F57-54DFF03080A1}"/>
              </a:ext>
            </a:extLst>
          </p:cNvPr>
          <p:cNvSpPr txBox="1"/>
          <p:nvPr/>
        </p:nvSpPr>
        <p:spPr>
          <a:xfrm>
            <a:off x="3688917" y="5489282"/>
            <a:ext cx="1766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difficulty</a:t>
            </a:r>
          </a:p>
        </p:txBody>
      </p:sp>
    </p:spTree>
    <p:extLst>
      <p:ext uri="{BB962C8B-B14F-4D97-AF65-F5344CB8AC3E}">
        <p14:creationId xmlns:p14="http://schemas.microsoft.com/office/powerpoint/2010/main" val="417355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B217-00A6-0F90-C340-C90D94AB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3DD7F-8A60-0BEB-0F90-00D357A5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86769-4AF2-045B-84A1-E94B58E439A4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Motivation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of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Diffusion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E231A-2EA0-A452-0B85-3323F946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5A606C-6547-CD27-1DF9-E642669DEA4A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4AA69-9A13-5016-A367-1EC964A04713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741C6D-1F5E-C43A-531F-8CC42B9D0AA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722635-4B38-4246-0987-7E1C6E6FEB9C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C6F092-EA70-9F13-B8DC-A2E3D0038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64481"/>
            <a:ext cx="7772400" cy="18399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46E6E0-238A-85EF-2C84-C60E21D26326}"/>
              </a:ext>
            </a:extLst>
          </p:cNvPr>
          <p:cNvSpPr txBox="1"/>
          <p:nvPr/>
        </p:nvSpPr>
        <p:spPr>
          <a:xfrm>
            <a:off x="1616826" y="386507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one step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CFAFC1-DCD2-06ED-C201-C6FCB3BD7DF9}"/>
              </a:ext>
            </a:extLst>
          </p:cNvPr>
          <p:cNvGrpSpPr/>
          <p:nvPr/>
        </p:nvGrpSpPr>
        <p:grpSpPr>
          <a:xfrm>
            <a:off x="6346364" y="3545636"/>
            <a:ext cx="2639632" cy="675434"/>
            <a:chOff x="6546232" y="3146971"/>
            <a:chExt cx="2639632" cy="67543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046AA9-6A8E-57CB-FCAB-8CC33AE6A479}"/>
                    </a:ext>
                  </a:extLst>
                </p:cNvPr>
                <p:cNvSpPr txBox="1"/>
                <p:nvPr/>
              </p:nvSpPr>
              <p:spPr>
                <a:xfrm>
                  <a:off x="7177501" y="3510525"/>
                  <a:ext cx="1099082" cy="3118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046AA9-6A8E-57CB-FCAB-8CC33AE6A4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7501" y="3510525"/>
                  <a:ext cx="1099082" cy="311880"/>
                </a:xfrm>
                <a:prstGeom prst="rect">
                  <a:avLst/>
                </a:prstGeom>
                <a:blipFill>
                  <a:blip r:embed="rId4"/>
                  <a:stretch>
                    <a:fillRect t="-19231" r="-2299" b="-3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D7CA04-C75D-7014-F7B3-4A41D3D3D136}"/>
                </a:ext>
              </a:extLst>
            </p:cNvPr>
            <p:cNvSpPr txBox="1"/>
            <p:nvPr/>
          </p:nvSpPr>
          <p:spPr>
            <a:xfrm>
              <a:off x="6546232" y="3147827"/>
              <a:ext cx="111002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Predicted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DE200D-A383-A641-4C27-A6BF558BC580}"/>
                </a:ext>
              </a:extLst>
            </p:cNvPr>
            <p:cNvSpPr txBox="1"/>
            <p:nvPr/>
          </p:nvSpPr>
          <p:spPr>
            <a:xfrm>
              <a:off x="7727042" y="3146971"/>
              <a:ext cx="145882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Ground-truth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F236CE-C42C-2F92-A869-80B9AEB77F38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F236CE-C42C-2F92-A869-80B9AEB77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BA12A38-272D-5C85-2A55-5E65EB3687E5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BA12A38-272D-5C85-2A55-5E65EB368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0BD08-A043-483F-F0C7-0F1071C90FFB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A0BD08-A043-483F-F0C7-0F1071C9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B284C-F7F3-B9B5-0B3A-D261CBD054D5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B284C-F7F3-B9B5-0B3A-D261CBD05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C33E91-323A-DE89-8365-67154F302443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C33E91-323A-DE89-8365-67154F302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C5F5E2-DEF8-E934-940E-E11D04F8D24C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C5F5E2-DEF8-E934-940E-E11D04F8D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B232B54-C662-8F10-C0BE-DFE5C012F9A6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B232B54-C662-8F10-C0BE-DFE5C012F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6CF5D6-3A7C-16AA-963F-882FC76D0951}"/>
                  </a:ext>
                </a:extLst>
              </p:cNvPr>
              <p:cNvSpPr txBox="1"/>
              <p:nvPr/>
            </p:nvSpPr>
            <p:spPr>
              <a:xfrm>
                <a:off x="6200929" y="3882092"/>
                <a:ext cx="9078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6CF5D6-3A7C-16AA-963F-882FC76D0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929" y="3882092"/>
                <a:ext cx="90780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1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C2F4-CBBB-B54E-DA3A-A158C9DD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DF669-A978-022B-E7B9-15AD32C1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0B41CE-8485-B399-7D7E-4E5BA3A08DB6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A5BD8A-8F32-A0FB-3299-597392AE5370}"/>
              </a:ext>
            </a:extLst>
          </p:cNvPr>
          <p:cNvSpPr txBox="1"/>
          <p:nvPr/>
        </p:nvSpPr>
        <p:spPr>
          <a:xfrm>
            <a:off x="187777" y="1613119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Introduction of Diffusion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82998F3-42CB-5252-009D-7BDB2AC2E231}"/>
              </a:ext>
            </a:extLst>
          </p:cNvPr>
          <p:cNvSpPr txBox="1"/>
          <p:nvPr/>
        </p:nvSpPr>
        <p:spPr>
          <a:xfrm>
            <a:off x="187777" y="3202613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 of Diffusion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10A65089-0F70-4296-A1C0-6B29EE9EC8C8}"/>
                  </a:ext>
                </a:extLst>
              </p:cNvPr>
              <p:cNvSpPr txBox="1"/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process of Diffusion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one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10A65089-0F70-4296-A1C0-6B29EE9EC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blipFill>
                <a:blip r:embed="rId2"/>
                <a:stretch>
                  <a:fillRect l="-673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69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8A42F-B10A-E35A-3835-0B7138E6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6261B-0F4A-E59A-2BC4-041E0B0F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7BA14-2DA6-2016-1592-B8D9786F128F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Motivation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of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Diffusion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44D26-82AE-85DD-1BEB-4F20E8C09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7CF38C-E375-0E63-A2CD-DA8BCA97D2F4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54EF8-6885-9715-C3D8-C8AAA9B77907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96E8E3-CFAE-3C75-0807-C78662A5E7B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A996CF-CEA1-6CFB-BD2B-30EE73009919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542BFA-01DB-ACD1-0554-7A42BB891A5F}"/>
              </a:ext>
            </a:extLst>
          </p:cNvPr>
          <p:cNvGrpSpPr/>
          <p:nvPr/>
        </p:nvGrpSpPr>
        <p:grpSpPr>
          <a:xfrm>
            <a:off x="1913396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87602E8-C876-300A-E0E3-2C24BE7941C8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1FDA76E-2291-9FDC-15F7-25EC685A5B2C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1FDA76E-2291-9FDC-15F7-25EC685A5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E97E2D-7587-95FD-2829-4F68523348C4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4E0DA8-799B-AD27-2448-FD064FC3A2A3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97CA165-9C02-A408-21F9-7891C4A5DB96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2CB6BF8-2928-4CF9-C6F7-DD61497B3CE1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A8C07A-46B9-08CE-BEDC-81C9AFAC36EF}"/>
                  </a:ext>
                </a:extLst>
              </p:cNvPr>
              <p:cNvSpPr txBox="1"/>
              <p:nvPr/>
            </p:nvSpPr>
            <p:spPr>
              <a:xfrm>
                <a:off x="1528829" y="5459578"/>
                <a:ext cx="5717711" cy="468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how do we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A8C07A-46B9-08CE-BEDC-81C9AFAC3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829" y="5459578"/>
                <a:ext cx="5717711" cy="468013"/>
              </a:xfrm>
              <a:prstGeom prst="rect">
                <a:avLst/>
              </a:prstGeom>
              <a:blipFill>
                <a:blip r:embed="rId4"/>
                <a:stretch>
                  <a:fillRect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F3C5E9-97CA-FEA1-7149-1AD4F6B131D5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F3C5E9-97CA-FEA1-7149-1AD4F6B13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9123D4-D95C-CB9C-D0A2-29354FDC0BEF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9123D4-D95C-CB9C-D0A2-29354FDC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671C8-3228-2816-FD6D-EE604005DAE7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671C8-3228-2816-FD6D-EE604005D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EC704B-8CF6-59C8-20E3-A568CB9C3E34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EC704B-8CF6-59C8-20E3-A568CB9C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9A0ED6-44D1-B74A-DF5A-249EE3BD8FF9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9A0ED6-44D1-B74A-DF5A-249EE3BD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76CBD1-8880-8C29-AAAF-18B82A0BFD59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76CBD1-8880-8C29-AAAF-18B82A0B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BF15D2-F024-C1B0-EE81-303F3AFDE8E4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BF15D2-F024-C1B0-EE81-303F3AFDE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57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1E2E-3C04-6600-ACF5-57B6E513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F2610-C044-1CFE-F50E-2EA6E9C8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842AAE-74F3-CFF4-E559-36A350CAC9C0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Motivation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of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Diffusion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3CB44-9783-F5F9-58ED-E63FF690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38" y="3088023"/>
            <a:ext cx="8450200" cy="12127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2BCC737-37FA-6F76-B350-26F6061A9A55}"/>
              </a:ext>
            </a:extLst>
          </p:cNvPr>
          <p:cNvGrpSpPr/>
          <p:nvPr/>
        </p:nvGrpSpPr>
        <p:grpSpPr>
          <a:xfrm>
            <a:off x="311502" y="1164415"/>
            <a:ext cx="8522353" cy="700192"/>
            <a:chOff x="311502" y="1164415"/>
            <a:chExt cx="8522353" cy="7001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49EE1A-E228-1210-72CC-01A0A7CCBD92}"/>
                </a:ext>
              </a:extLst>
            </p:cNvPr>
            <p:cNvSpPr txBox="1"/>
            <p:nvPr/>
          </p:nvSpPr>
          <p:spPr>
            <a:xfrm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7247CE-1ED4-B1B1-9240-5FFE1DB9A5B0}"/>
                </a:ext>
              </a:extLst>
            </p:cNvPr>
            <p:cNvSpPr txBox="1"/>
            <p:nvPr/>
          </p:nvSpPr>
          <p:spPr>
            <a:xfrm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2735D9-5A46-316F-15DD-FAAD9EEE5C9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7EBF1E-AE72-9ACA-AC93-312D2911E097}"/>
                </a:ext>
              </a:extLst>
            </p:cNvPr>
            <p:cNvSpPr txBox="1"/>
            <p:nvPr/>
          </p:nvSpPr>
          <p:spPr>
            <a:xfrm>
              <a:off x="2242620" y="1164415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 by denoising step by step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87B689-959F-FF8F-791D-576685DFCA1E}"/>
              </a:ext>
            </a:extLst>
          </p:cNvPr>
          <p:cNvGrpSpPr/>
          <p:nvPr/>
        </p:nvGrpSpPr>
        <p:grpSpPr>
          <a:xfrm rot="10800000">
            <a:off x="310144" y="4293202"/>
            <a:ext cx="8522353" cy="637020"/>
            <a:chOff x="311502" y="1227587"/>
            <a:chExt cx="8522353" cy="6370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E17180-0207-8922-7A2D-07D6A5031688}"/>
                </a:ext>
              </a:extLst>
            </p:cNvPr>
            <p:cNvSpPr txBox="1"/>
            <p:nvPr/>
          </p:nvSpPr>
          <p:spPr>
            <a:xfrm rot="10800000"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1B255C-5811-7718-0097-23BA7FDAECF6}"/>
                </a:ext>
              </a:extLst>
            </p:cNvPr>
            <p:cNvSpPr txBox="1"/>
            <p:nvPr/>
          </p:nvSpPr>
          <p:spPr>
            <a:xfrm rot="10800000"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35493D5-E04C-7468-D781-CEAB1EB19E84}"/>
                </a:ext>
              </a:extLst>
            </p:cNvPr>
            <p:cNvCxnSpPr>
              <a:cxnSpLocks/>
              <a:stCxn id="13" idx="1"/>
              <a:endCxn id="14" idx="3"/>
            </p:cNvCxnSpPr>
            <p:nvPr/>
          </p:nvCxnSpPr>
          <p:spPr>
            <a:xfrm rot="10800000" flipH="1"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3AD53F-AC1C-B780-CBD3-954E26C863D9}"/>
                </a:ext>
              </a:extLst>
            </p:cNvPr>
            <p:cNvSpPr txBox="1"/>
            <p:nvPr/>
          </p:nvSpPr>
          <p:spPr>
            <a:xfrm rot="10800000">
              <a:off x="2242620" y="1227587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Destructing data by adding noise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A9B75FA0-FEA4-11EF-119E-6892101D5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EBC2DE-4F59-03F4-C9CF-88CF9ED0C940}"/>
                  </a:ext>
                </a:extLst>
              </p:cNvPr>
              <p:cNvSpPr txBox="1"/>
              <p:nvPr/>
            </p:nvSpPr>
            <p:spPr>
              <a:xfrm>
                <a:off x="614814" y="5548482"/>
                <a:ext cx="7913011" cy="405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how do we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  <a:r>
                  <a:rPr lang="en-US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Forward Process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EBC2DE-4F59-03F4-C9CF-88CF9ED0C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4" y="5548482"/>
                <a:ext cx="7913011" cy="405432"/>
              </a:xfrm>
              <a:prstGeom prst="rect">
                <a:avLst/>
              </a:prstGeom>
              <a:blipFill>
                <a:blip r:embed="rId3"/>
                <a:stretch>
                  <a:fillRect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82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2C34-030F-206E-F590-87DF3ADD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336CFD-3CBF-326B-A0E9-13E42779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49C9B7-50B0-0213-8E76-776D7E15EF30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Motivation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of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Diffusion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0C9F4-8653-81EE-1C8C-C963F5C4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38" y="3088023"/>
            <a:ext cx="8450200" cy="12127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8AE47D-6CE1-EEB7-E6F3-F83A29177731}"/>
              </a:ext>
            </a:extLst>
          </p:cNvPr>
          <p:cNvGrpSpPr/>
          <p:nvPr/>
        </p:nvGrpSpPr>
        <p:grpSpPr>
          <a:xfrm>
            <a:off x="311502" y="1164415"/>
            <a:ext cx="8522353" cy="700192"/>
            <a:chOff x="311502" y="1164415"/>
            <a:chExt cx="8522353" cy="7001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896055-7102-7913-A825-D1D8FEDA8CE3}"/>
                </a:ext>
              </a:extLst>
            </p:cNvPr>
            <p:cNvSpPr txBox="1"/>
            <p:nvPr/>
          </p:nvSpPr>
          <p:spPr>
            <a:xfrm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6B3061-ACDB-B44F-35F5-D678BE094258}"/>
                </a:ext>
              </a:extLst>
            </p:cNvPr>
            <p:cNvSpPr txBox="1"/>
            <p:nvPr/>
          </p:nvSpPr>
          <p:spPr>
            <a:xfrm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B08C6C-257D-BD6E-54DB-16EEF6CE1642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32DCE2-A227-DAD4-9288-4CB3F0B8866E}"/>
                </a:ext>
              </a:extLst>
            </p:cNvPr>
            <p:cNvSpPr txBox="1"/>
            <p:nvPr/>
          </p:nvSpPr>
          <p:spPr>
            <a:xfrm>
              <a:off x="2242620" y="1164415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 by denoising step by step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26B316-D1A9-63F2-6E6F-74EF07C95E90}"/>
              </a:ext>
            </a:extLst>
          </p:cNvPr>
          <p:cNvGrpSpPr/>
          <p:nvPr/>
        </p:nvGrpSpPr>
        <p:grpSpPr>
          <a:xfrm rot="10800000">
            <a:off x="310144" y="4293202"/>
            <a:ext cx="8522353" cy="637020"/>
            <a:chOff x="311502" y="1227587"/>
            <a:chExt cx="8522353" cy="6370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E371B2-D3D6-F8F7-A3D8-029FE1A88903}"/>
                </a:ext>
              </a:extLst>
            </p:cNvPr>
            <p:cNvSpPr txBox="1"/>
            <p:nvPr/>
          </p:nvSpPr>
          <p:spPr>
            <a:xfrm rot="10800000"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073CB3-9C3F-43A7-7F4D-F24F812A00E1}"/>
                </a:ext>
              </a:extLst>
            </p:cNvPr>
            <p:cNvSpPr txBox="1"/>
            <p:nvPr/>
          </p:nvSpPr>
          <p:spPr>
            <a:xfrm rot="10800000"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CA5852-F2E2-25CE-1BA4-A8F6AE2BAFFA}"/>
                </a:ext>
              </a:extLst>
            </p:cNvPr>
            <p:cNvCxnSpPr>
              <a:cxnSpLocks/>
              <a:stCxn id="13" idx="1"/>
              <a:endCxn id="14" idx="3"/>
            </p:cNvCxnSpPr>
            <p:nvPr/>
          </p:nvCxnSpPr>
          <p:spPr>
            <a:xfrm rot="10800000" flipH="1"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EF1E9D-CD1B-5A38-11B5-218841EBF8A3}"/>
                </a:ext>
              </a:extLst>
            </p:cNvPr>
            <p:cNvSpPr txBox="1"/>
            <p:nvPr/>
          </p:nvSpPr>
          <p:spPr>
            <a:xfrm rot="10800000">
              <a:off x="2242620" y="1227587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Destructing data by adding noise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EA75CDE-BDB2-C545-883C-9CE4EB4B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EE3AFF-1299-17C2-2EAE-374807510ABB}"/>
              </a:ext>
            </a:extLst>
          </p:cNvPr>
          <p:cNvSpPr txBox="1"/>
          <p:nvPr/>
        </p:nvSpPr>
        <p:spPr>
          <a:xfrm>
            <a:off x="454676" y="5148373"/>
            <a:ext cx="8149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Noise):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FBC33-0109-50EE-157A-2E345C78604C}"/>
              </a:ext>
            </a:extLst>
          </p:cNvPr>
          <p:cNvSpPr txBox="1"/>
          <p:nvPr/>
        </p:nvSpPr>
        <p:spPr>
          <a:xfrm>
            <a:off x="454676" y="5749687"/>
            <a:ext cx="861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(Noise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Data):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0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E0DF-3E46-AFCF-68A6-DF1ADA03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5BFC5-5387-3804-0CF3-6E9E2585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148E3C-18C4-A002-1F95-689E7CEE587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182A50-4AF3-BBC2-69E8-894E829BFD3E}"/>
              </a:ext>
            </a:extLst>
          </p:cNvPr>
          <p:cNvSpPr txBox="1"/>
          <p:nvPr/>
        </p:nvSpPr>
        <p:spPr>
          <a:xfrm>
            <a:off x="187777" y="1613119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Introduction of Diffusion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C7DF754-0990-5F53-FC8C-1D4C8DA5FCD8}"/>
              </a:ext>
            </a:extLst>
          </p:cNvPr>
          <p:cNvSpPr txBox="1"/>
          <p:nvPr/>
        </p:nvSpPr>
        <p:spPr>
          <a:xfrm>
            <a:off x="187777" y="3202613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 of Diffusion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F989ECC2-1CCC-5D75-39EA-BA95D2C93C33}"/>
                  </a:ext>
                </a:extLst>
              </p:cNvPr>
              <p:cNvSpPr txBox="1"/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process of Diffusion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one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F989ECC2-1CCC-5D75-39EA-BA95D2C93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blipFill>
                <a:blip r:embed="rId2"/>
                <a:stretch>
                  <a:fillRect l="-673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5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B4B8-1645-AC4B-5E1B-667628EF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741838-B3D1-07C9-E34A-6A69131D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199FF-1277-1344-067A-22B999149A19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F84AE-EAED-7AC7-C625-0EFB98476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A05D3-753F-F47A-0D96-A38E508559FA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BA05D3-753F-F47A-0D96-A38E50855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194144-7B64-1D5D-9F40-849C676553A8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194144-7B64-1D5D-9F40-849C67655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692957-0162-0C94-EA03-3215FF28ACE7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692957-0162-0C94-EA03-3215FF28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3E44AB-A229-1118-4FB6-5EDCF498F166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3E44AB-A229-1118-4FB6-5EDCF498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A89D48-058D-9469-4F49-D62871ED2E1C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A89D48-058D-9469-4F49-D62871ED2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755B9C-38DD-7F52-A130-913914F67E09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755B9C-38DD-7F52-A130-913914F67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A92F21-A12F-A1E3-A877-F5CBCBBA4C1E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BA92F21-A12F-A1E3-A877-F5CBCBBA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8CDD2625-082C-B0EF-D41C-96D96E0A08F0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AB004C55-C596-7DBC-AA87-077942C5A4AD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FA48A1E3-C0C7-20DC-EAC9-8CC892B2822D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74FBC9-0310-FF68-DC1E-E2CDED46E13F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674FBC9-0310-FF68-DC1E-E2CDED46E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80A0BA8E-6222-5F17-FE1C-861171F647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1B7678-5AF4-EB2E-10B4-85321F5A4A3C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1B7678-5AF4-EB2E-10B4-85321F5A4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E5B68A-E873-4A72-35F3-C842F4D2777E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E5B68A-E873-4A72-35F3-C842F4D27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CAC371-F332-1E3A-88AF-6080F106AEE9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CAC371-F332-1E3A-88AF-6080F106A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DBA89E5-6F22-B3BD-7EE0-7CD87F4AE999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DBA89E5-6F22-B3BD-7EE0-7CD87F4AE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48AE39-B4DF-A10C-792D-3421F8A11A2D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48AE39-B4DF-A10C-792D-3421F8A1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4E3E0EB-2EA5-7921-FC10-8AC626D7169A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4E3E0EB-2EA5-7921-FC10-8AC626D71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EB7800E-2491-FC2E-F3B5-294DB4BDE6A1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EB7800E-2491-FC2E-F3B5-294DB4BD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EE916B-9413-A638-2351-7447F0C4E5B8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EE916B-9413-A638-2351-7447F0C4E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C00BE75-558F-3FE8-A939-0E9FDABC715F}"/>
                  </a:ext>
                </a:extLst>
              </p:cNvPr>
              <p:cNvSpPr txBox="1"/>
              <p:nvPr/>
            </p:nvSpPr>
            <p:spPr>
              <a:xfrm>
                <a:off x="582610" y="5074719"/>
                <a:ext cx="51854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C00BE75-558F-3FE8-A939-0E9FDABC7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10" y="5074719"/>
                <a:ext cx="518540" cy="246221"/>
              </a:xfrm>
              <a:prstGeom prst="rect">
                <a:avLst/>
              </a:prstGeom>
              <a:blipFill>
                <a:blip r:embed="rId20"/>
                <a:stretch>
                  <a:fillRect l="-9756" r="-1463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D06D1C-ED0C-BA88-0EAE-60702B42E026}"/>
                  </a:ext>
                </a:extLst>
              </p:cNvPr>
              <p:cNvSpPr txBox="1"/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D06D1C-ED0C-BA88-0EAE-60702B42E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blipFill>
                <a:blip r:embed="rId21"/>
                <a:stretch>
                  <a:fillRect l="-5263" r="-78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09AF8A-FC1C-EEB6-36AD-1F3873405CE7}"/>
                  </a:ext>
                </a:extLst>
              </p:cNvPr>
              <p:cNvSpPr txBox="1"/>
              <p:nvPr/>
            </p:nvSpPr>
            <p:spPr>
              <a:xfrm>
                <a:off x="2132793" y="5053231"/>
                <a:ext cx="3410145" cy="310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b="1" dirty="0">
                    <a:latin typeface="Times" pitchFamily="2" charset="0"/>
                  </a:rPr>
                  <a:t>Data distribution at time step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b="1" dirty="0">
                  <a:latin typeface="Times" pitchFamily="2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09AF8A-FC1C-EEB6-36AD-1F3873405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793" y="5053231"/>
                <a:ext cx="3410145" cy="310341"/>
              </a:xfrm>
              <a:prstGeom prst="rect">
                <a:avLst/>
              </a:prstGeom>
              <a:blipFill>
                <a:blip r:embed="rId22"/>
                <a:stretch>
                  <a:fillRect t="-23077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C5EE76E-A16B-5CA5-AD0E-89550AAF8462}"/>
                  </a:ext>
                </a:extLst>
              </p:cNvPr>
              <p:cNvSpPr txBox="1"/>
              <p:nvPr/>
            </p:nvSpPr>
            <p:spPr>
              <a:xfrm>
                <a:off x="2088934" y="5695921"/>
                <a:ext cx="4214944" cy="310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b="1" dirty="0">
                    <a:latin typeface="Times" pitchFamily="2" charset="0"/>
                  </a:rPr>
                  <a:t>Transitional distribution at time step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b="1" dirty="0">
                  <a:latin typeface="Times" pitchFamily="2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C5EE76E-A16B-5CA5-AD0E-89550AAF8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934" y="5695921"/>
                <a:ext cx="4214944" cy="310341"/>
              </a:xfrm>
              <a:prstGeom prst="rect">
                <a:avLst/>
              </a:prstGeom>
              <a:blipFill>
                <a:blip r:embed="rId23"/>
                <a:stretch>
                  <a:fillRect t="-24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8D33CDE-61B3-A80D-9672-E3E2F1BEE186}"/>
                  </a:ext>
                </a:extLst>
              </p:cNvPr>
              <p:cNvSpPr txBox="1"/>
              <p:nvPr/>
            </p:nvSpPr>
            <p:spPr>
              <a:xfrm>
                <a:off x="6557042" y="5071580"/>
                <a:ext cx="5353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8D33CDE-61B3-A80D-9672-E3E2F1BEE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042" y="5071580"/>
                <a:ext cx="535338" cy="246221"/>
              </a:xfrm>
              <a:prstGeom prst="rect">
                <a:avLst/>
              </a:prstGeom>
              <a:blipFill>
                <a:blip r:embed="rId24"/>
                <a:stretch>
                  <a:fillRect l="-9302" r="-11628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A4C9439C-3CAC-EAB8-7868-25C8ADE98E5D}"/>
              </a:ext>
            </a:extLst>
          </p:cNvPr>
          <p:cNvSpPr txBox="1"/>
          <p:nvPr/>
        </p:nvSpPr>
        <p:spPr>
          <a:xfrm>
            <a:off x="7177473" y="5053230"/>
            <a:ext cx="1478848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b="1" dirty="0">
                <a:latin typeface="Times" pitchFamily="2" charset="0"/>
              </a:rPr>
              <a:t>Start</a:t>
            </a:r>
            <a:endParaRPr lang="en-US" b="1" dirty="0">
              <a:latin typeface="Times" pitchFamily="2" charset="0"/>
            </a:endParaRPr>
          </a:p>
        </p:txBody>
      </p:sp>
      <p:pic>
        <p:nvPicPr>
          <p:cNvPr id="54" name="Picture 6" descr="undefined">
            <a:extLst>
              <a:ext uri="{FF2B5EF4-FFF2-40B4-BE49-F238E27FC236}">
                <a16:creationId xmlns:a16="http://schemas.microsoft.com/office/drawing/2014/main" id="{983D0499-230F-0474-A4D2-A00F17C7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042" y="5363571"/>
            <a:ext cx="1424745" cy="107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1E59DC3-9FF8-74A9-23F2-2EA2B1BA596C}"/>
                  </a:ext>
                </a:extLst>
              </p:cNvPr>
              <p:cNvSpPr txBox="1"/>
              <p:nvPr/>
            </p:nvSpPr>
            <p:spPr>
              <a:xfrm>
                <a:off x="8167693" y="5729263"/>
                <a:ext cx="802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1E59DC3-9FF8-74A9-23F2-2EA2B1BA5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693" y="5729263"/>
                <a:ext cx="802527" cy="276999"/>
              </a:xfrm>
              <a:prstGeom prst="rect">
                <a:avLst/>
              </a:prstGeom>
              <a:blipFill>
                <a:blip r:embed="rId26"/>
                <a:stretch>
                  <a:fillRect l="-6250" t="-4545" r="-937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91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405C-8A39-1DB0-F35F-23F53129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398E82-0BC2-944E-9ABF-0AE5E218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852A72-5E70-AA61-189D-3260785EC4E8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DF2F0-5421-2553-D3CA-216C07F6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AA9B8-AE2D-781E-3C5D-CA1123A9E783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AA9B8-AE2D-781E-3C5D-CA1123A9E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3F81DA-4424-EFF9-DD29-999BFC2EF49C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3F81DA-4424-EFF9-DD29-999BFC2EF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D26F93-A1C7-278A-DEDC-A5404FBCF043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D26F93-A1C7-278A-DEDC-A5404FBCF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9E513A-EFF4-7513-DFE5-8A3CEA50A87C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9E513A-EFF4-7513-DFE5-8A3CEA50A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F622-4DBE-0AD5-75F8-D3A460C3B812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F622-4DBE-0AD5-75F8-D3A460C3B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D03A4A-3157-273C-846E-DDC6183791E8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D03A4A-3157-273C-846E-DDC61837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5918E0-A9DE-4D58-49CB-C773D8DF0A97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5918E0-A9DE-4D58-49CB-C773D8DF0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F46F79B4-4269-3F2E-0257-CAB7EC9920B6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537D6E18-5599-4B9D-7614-EEBE7C9D6CEF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4EBC7796-EBCE-6399-F954-7D189C61A535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D3905-B4DC-CCFF-B0B5-68A1BAEC7BF7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D3905-B4DC-CCFF-B0B5-68A1BAEC7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0F071967-689A-59A5-C5E6-A579ADBB0F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D241AC-DBFA-267A-5A56-AB323BF5CC7F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D241AC-DBFA-267A-5A56-AB323BF5C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CE60BD-EAB6-8657-AAE2-7A8033DA0FF3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ECE60BD-EAB6-8657-AAE2-7A8033DA0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82C2DE-59CF-F72C-2B69-A5874DDD4A67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082C2DE-59CF-F72C-2B69-A5874DDD4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B3258A1-816F-2101-9FC5-619E299A296A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B3258A1-816F-2101-9FC5-619E299A2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BC931B-6389-C1AA-1C79-1322BE09644D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BC931B-6389-C1AA-1C79-1322BE096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BDCA46-AD64-823D-ECDD-F987A907D94A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BDCA46-AD64-823D-ECDD-F987A907D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2140D1-216B-7A85-6A6F-2A717B8C5E37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2140D1-216B-7A85-6A6F-2A717B8C5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BD4600-47C2-EE81-142F-52623C9A6332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BD4600-47C2-EE81-142F-52623C9A6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C8FD130-0B17-DE3E-D775-45EF676F89D7}"/>
                  </a:ext>
                </a:extLst>
              </p:cNvPr>
              <p:cNvSpPr txBox="1"/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C8FD130-0B17-DE3E-D775-45EF676F8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blipFill>
                <a:blip r:embed="rId20"/>
                <a:stretch>
                  <a:fillRect l="-5263" r="-78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1E87B95-368D-6543-2DB5-BC0D99B4A42A}"/>
                  </a:ext>
                </a:extLst>
              </p:cNvPr>
              <p:cNvSpPr txBox="1"/>
              <p:nvPr/>
            </p:nvSpPr>
            <p:spPr>
              <a:xfrm>
                <a:off x="582609" y="5071580"/>
                <a:ext cx="5353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1E87B95-368D-6543-2DB5-BC0D99B4A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9" y="5071580"/>
                <a:ext cx="535338" cy="246221"/>
              </a:xfrm>
              <a:prstGeom prst="rect">
                <a:avLst/>
              </a:prstGeom>
              <a:blipFill>
                <a:blip r:embed="rId21"/>
                <a:stretch>
                  <a:fillRect l="-9524" r="-14286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744A96A-C31E-8AC5-3FBD-4B8C7A26F137}"/>
                  </a:ext>
                </a:extLst>
              </p:cNvPr>
              <p:cNvSpPr txBox="1"/>
              <p:nvPr/>
            </p:nvSpPr>
            <p:spPr>
              <a:xfrm>
                <a:off x="1974326" y="5069900"/>
                <a:ext cx="1324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744A96A-C31E-8AC5-3FBD-4B8C7A26F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326" y="5069900"/>
                <a:ext cx="1324401" cy="276999"/>
              </a:xfrm>
              <a:prstGeom prst="rect">
                <a:avLst/>
              </a:prstGeom>
              <a:blipFill>
                <a:blip r:embed="rId22"/>
                <a:stretch>
                  <a:fillRect l="-1905" t="-4545" r="-5714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C086FD-9F10-A457-BC0C-CE2016D55B8C}"/>
                  </a:ext>
                </a:extLst>
              </p:cNvPr>
              <p:cNvSpPr txBox="1"/>
              <p:nvPr/>
            </p:nvSpPr>
            <p:spPr>
              <a:xfrm>
                <a:off x="1953854" y="5645236"/>
                <a:ext cx="2596095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C086FD-9F10-A457-BC0C-CE2016D55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54" y="5645236"/>
                <a:ext cx="2596095" cy="335413"/>
              </a:xfrm>
              <a:prstGeom prst="rect">
                <a:avLst/>
              </a:prstGeom>
              <a:blipFill>
                <a:blip r:embed="rId23"/>
                <a:stretch>
                  <a:fillRect l="-976" r="-2439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0C5F7D-B7F9-8B0E-68EC-164F878B2976}"/>
                  </a:ext>
                </a:extLst>
              </p:cNvPr>
              <p:cNvSpPr txBox="1"/>
              <p:nvPr/>
            </p:nvSpPr>
            <p:spPr>
              <a:xfrm>
                <a:off x="4824280" y="5599069"/>
                <a:ext cx="431972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0C5F7D-B7F9-8B0E-68EC-164F878B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280" y="5599069"/>
                <a:ext cx="4319720" cy="427746"/>
              </a:xfrm>
              <a:prstGeom prst="rect">
                <a:avLst/>
              </a:prstGeom>
              <a:blipFill>
                <a:blip r:embed="rId2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4961C95-4CCC-2BC2-07F6-DD2E8C9C4F59}"/>
              </a:ext>
            </a:extLst>
          </p:cNvPr>
          <p:cNvSpPr txBox="1"/>
          <p:nvPr/>
        </p:nvSpPr>
        <p:spPr>
          <a:xfrm>
            <a:off x="4640271" y="5264228"/>
            <a:ext cx="2857811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Times" pitchFamily="2" charset="0"/>
              </a:rPr>
              <a:t>Re-parametric</a:t>
            </a:r>
            <a:r>
              <a:rPr lang="zh-CN" altLang="en-US" sz="1600" b="1" dirty="0">
                <a:solidFill>
                  <a:srgbClr val="C00000"/>
                </a:solidFill>
                <a:latin typeface="Times" pitchFamily="2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Times" pitchFamily="2" charset="0"/>
              </a:rPr>
              <a:t>trick (VAE)</a:t>
            </a:r>
            <a:endParaRPr lang="en-US" sz="1600" b="1" dirty="0">
              <a:solidFill>
                <a:srgbClr val="C00000"/>
              </a:solidFill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7A156B-291A-7612-B77B-C6D1B81B9D36}"/>
                  </a:ext>
                </a:extLst>
              </p:cNvPr>
              <p:cNvSpPr txBox="1"/>
              <p:nvPr/>
            </p:nvSpPr>
            <p:spPr>
              <a:xfrm>
                <a:off x="1967976" y="6061651"/>
                <a:ext cx="2789225" cy="278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7A156B-291A-7612-B77B-C6D1B81B9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976" y="6061651"/>
                <a:ext cx="2789225" cy="278089"/>
              </a:xfrm>
              <a:prstGeom prst="rect">
                <a:avLst/>
              </a:prstGeom>
              <a:blipFill>
                <a:blip r:embed="rId25"/>
                <a:stretch>
                  <a:fillRect l="-909" t="-4348" r="-272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005BA0-FE00-F862-8D27-32A255F60EA2}"/>
                  </a:ext>
                </a:extLst>
              </p:cNvPr>
              <p:cNvSpPr txBox="1"/>
              <p:nvPr/>
            </p:nvSpPr>
            <p:spPr>
              <a:xfrm>
                <a:off x="4824280" y="5968661"/>
                <a:ext cx="431972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005BA0-FE00-F862-8D27-32A255F6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280" y="5968661"/>
                <a:ext cx="4319720" cy="427746"/>
              </a:xfrm>
              <a:prstGeom prst="rect">
                <a:avLst/>
              </a:prstGeom>
              <a:blipFill>
                <a:blip r:embed="rId2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8E9DB-F38F-84C6-2E4F-5C9F69932F83}"/>
                  </a:ext>
                </a:extLst>
              </p:cNvPr>
              <p:cNvSpPr txBox="1"/>
              <p:nvPr/>
            </p:nvSpPr>
            <p:spPr>
              <a:xfrm>
                <a:off x="4643805" y="4827220"/>
                <a:ext cx="14795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98E9DB-F38F-84C6-2E4F-5C9F69932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805" y="4827220"/>
                <a:ext cx="1479598" cy="369332"/>
              </a:xfrm>
              <a:prstGeom prst="rect">
                <a:avLst/>
              </a:prstGeom>
              <a:blipFill>
                <a:blip r:embed="rId2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400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15BC4-AA25-1369-A83B-8F99494A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00DCCC-9AD6-4E3A-2895-BAA382F3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F9E60C-5FD1-A732-A2E9-BC8B6DBF1AFE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DB0CF-C198-B1C0-E774-575EAAFE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C5FCE9-0EBF-98A9-E04B-79E6BE5749D3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C5FCE9-0EBF-98A9-E04B-79E6BE574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F7F075-FC03-0D65-46DD-7024A910FD2B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F7F075-FC03-0D65-46DD-7024A910F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69D765-A037-E429-078E-2BF5D28A4F6A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69D765-A037-E429-078E-2BF5D28A4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A43CDA-F6FA-132D-D25C-B7A2F28A4C66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A43CDA-F6FA-132D-D25C-B7A2F28A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065110-EF55-FB36-EAF2-D434701817BD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065110-EF55-FB36-EAF2-D43470181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73870E-05DE-2EC5-0883-312F3ED5DB84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73870E-05DE-2EC5-0883-312F3ED5D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7A8B53-7047-8D7B-9EC6-6E9C835844BF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7A8B53-7047-8D7B-9EC6-6E9C8358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51E27C92-BAFB-71B1-FAE2-55CBE07C44DC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57D148A3-9BB6-4D34-ED16-E16E3CEB9696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3794B89-BC27-2F9D-083E-C4A0C3DEF02D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35101A-BFA4-EF5B-E15E-A66D3C0BBEB3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35101A-BFA4-EF5B-E15E-A66D3C0BB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B7310709-079A-EF89-09A5-5E43CC99F8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C3BF92-6833-A729-9B4C-F4313D3289C0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C3BF92-6833-A729-9B4C-F4313D328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7E0455E-FD67-D500-A236-96C821887F75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7E0455E-FD67-D500-A236-96C821887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794993-1361-8BD7-3B3A-1FD85BB9C00F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794993-1361-8BD7-3B3A-1FD85BB9C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515795-D9DC-941E-8FF5-929F462DE08B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515795-D9DC-941E-8FF5-929F462DE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EBBB70-60A7-C0ED-5D9D-CAEECE484D80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EBBB70-60A7-C0ED-5D9D-CAEECE484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5678238-3908-3626-C4BF-321B93D768B9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5678238-3908-3626-C4BF-321B93D76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9F4E6EB-0E75-5572-03AC-67AD3DCC7FE4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9F4E6EB-0E75-5572-03AC-67AD3DCC7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AA2267-29C4-1450-95BA-8FEE0799BAE9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AA2267-29C4-1450-95BA-8FEE0799B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7265F-3683-060C-319B-A6F82EB6B34D}"/>
                  </a:ext>
                </a:extLst>
              </p:cNvPr>
              <p:cNvSpPr txBox="1"/>
              <p:nvPr/>
            </p:nvSpPr>
            <p:spPr>
              <a:xfrm>
                <a:off x="425431" y="4841423"/>
                <a:ext cx="431972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7265F-3683-060C-319B-A6F82EB6B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31" y="4841423"/>
                <a:ext cx="4319720" cy="427746"/>
              </a:xfrm>
              <a:prstGeom prst="rect">
                <a:avLst/>
              </a:prstGeom>
              <a:blipFill>
                <a:blip r:embed="rId20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12F5E3-976A-EFC1-CF4B-71E072C2763B}"/>
                  </a:ext>
                </a:extLst>
              </p:cNvPr>
              <p:cNvSpPr txBox="1"/>
              <p:nvPr/>
            </p:nvSpPr>
            <p:spPr>
              <a:xfrm>
                <a:off x="425431" y="5370364"/>
                <a:ext cx="431972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12F5E3-976A-EFC1-CF4B-71E072C2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31" y="5370364"/>
                <a:ext cx="4319720" cy="427746"/>
              </a:xfrm>
              <a:prstGeom prst="rect">
                <a:avLst/>
              </a:prstGeom>
              <a:blipFill>
                <a:blip r:embed="rId21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6EDE98-6DA9-7AC0-6AA7-B0BD6020432D}"/>
                  </a:ext>
                </a:extLst>
              </p:cNvPr>
              <p:cNvSpPr txBox="1"/>
              <p:nvPr/>
            </p:nvSpPr>
            <p:spPr>
              <a:xfrm>
                <a:off x="428387" y="5880089"/>
                <a:ext cx="9917396" cy="391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d>
                      <m:d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6EDE98-6DA9-7AC0-6AA7-B0BD60204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7" y="5880089"/>
                <a:ext cx="9917396" cy="391967"/>
              </a:xfrm>
              <a:prstGeom prst="rect">
                <a:avLst/>
              </a:prstGeom>
              <a:blipFill>
                <a:blip r:embed="rId2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8A8B2B-2677-2116-6F42-D4DF8F2D9C2A}"/>
                  </a:ext>
                </a:extLst>
              </p:cNvPr>
              <p:cNvSpPr txBox="1"/>
              <p:nvPr/>
            </p:nvSpPr>
            <p:spPr>
              <a:xfrm>
                <a:off x="5794927" y="4879925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8A8B2B-2677-2116-6F42-D4DF8F2D9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927" y="4879925"/>
                <a:ext cx="1450605" cy="369332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FD3B6D-98E4-F21D-C2BA-76A684B5ED5A}"/>
                  </a:ext>
                </a:extLst>
              </p:cNvPr>
              <p:cNvSpPr txBox="1"/>
              <p:nvPr/>
            </p:nvSpPr>
            <p:spPr>
              <a:xfrm>
                <a:off x="7245532" y="4879596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FD3B6D-98E4-F21D-C2BA-76A684B5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532" y="4879596"/>
                <a:ext cx="1450605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617AA9-0758-4FAB-4FF7-B92DC137E877}"/>
                  </a:ext>
                </a:extLst>
              </p:cNvPr>
              <p:cNvSpPr txBox="1"/>
              <p:nvPr/>
            </p:nvSpPr>
            <p:spPr>
              <a:xfrm>
                <a:off x="5538088" y="5352304"/>
                <a:ext cx="34148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617AA9-0758-4FAB-4FF7-B92DC137E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088" y="5352304"/>
                <a:ext cx="3414888" cy="369332"/>
              </a:xfrm>
              <a:prstGeom prst="rect">
                <a:avLst/>
              </a:prstGeom>
              <a:blipFill>
                <a:blip r:embed="rId2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87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5469-AEDE-2772-074F-086CAEE3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A41FB-CBAC-D830-9150-63BBF7C9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7FE83-BF1C-A7A3-CD5C-6D497363F0C2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335A6-4143-7049-C893-FECEA6F92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49B06A-ABB9-1E1E-8143-3A042E1CE10F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49B06A-ABB9-1E1E-8143-3A042E1CE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64F0FE-9FE3-D059-CF8B-6BD8499D0965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64F0FE-9FE3-D059-CF8B-6BD8499D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DE9B13-A072-7515-A70C-51EDC3427B9F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DE9B13-A072-7515-A70C-51EDC3427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1DCA79-554C-3F14-6197-F1C7F34539C1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1DCA79-554C-3F14-6197-F1C7F3453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4D33D7-105C-27A5-CDF9-BC92B700820C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4D33D7-105C-27A5-CDF9-BC92B700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E7AF7D-04FA-2336-C7B3-8BC936199190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E7AF7D-04FA-2336-C7B3-8BC93619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8C816-64C4-D96F-4FA2-1AACD0AFA4DC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8C816-64C4-D96F-4FA2-1AACD0AF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35BBEFF-359E-541D-E169-77533B521A60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BBEBD4A2-15F2-8430-A362-82F35A7B3958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06EABDC2-F5EF-C2FA-B734-202CC6AF4F47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E00BE-DD13-B875-AFA3-36E91FB40387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ABE00BE-DD13-B875-AFA3-36E91FB40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47E8C5E2-E68C-ECB4-9A9A-BB35E09809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51BF72-ECF0-606E-E6B9-83F93C070012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51BF72-ECF0-606E-E6B9-83F93C070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54BD7D-A3D7-33BC-8416-CE91D27BBC46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54BD7D-A3D7-33BC-8416-CE91D27BB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CB1240-7286-EC8A-673D-DBFB79E65FB1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CB1240-7286-EC8A-673D-DBFB79E65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218AD07-7487-5072-43F9-531E7FDB1545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218AD07-7487-5072-43F9-531E7FDB1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D03C48-F525-24BD-231F-B124FFA35174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D03C48-F525-24BD-231F-B124FFA35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D663D7-F993-DED0-9BFD-707C7D75680A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D663D7-F993-DED0-9BFD-707C7D756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0C6DEE6-6BA6-8096-F95A-61DDD4AB6B0B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0C6DEE6-6BA6-8096-F95A-61DDD4AB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EAEE22-7517-C4E2-A8B5-780F2AB394C5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EAEE22-7517-C4E2-A8B5-780F2AB39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69451C-AEAB-9149-F15A-A1F3C3D32CA2}"/>
                  </a:ext>
                </a:extLst>
              </p:cNvPr>
              <p:cNvSpPr txBox="1"/>
              <p:nvPr/>
            </p:nvSpPr>
            <p:spPr>
              <a:xfrm>
                <a:off x="428387" y="4868278"/>
                <a:ext cx="9917396" cy="391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69451C-AEAB-9149-F15A-A1F3C3D3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7" y="4868278"/>
                <a:ext cx="9917396" cy="391967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363F72-929B-0718-B28A-EC1C55603F39}"/>
                  </a:ext>
                </a:extLst>
              </p:cNvPr>
              <p:cNvSpPr txBox="1"/>
              <p:nvPr/>
            </p:nvSpPr>
            <p:spPr>
              <a:xfrm>
                <a:off x="590595" y="5442890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363F72-929B-0718-B28A-EC1C55603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5" y="5442890"/>
                <a:ext cx="1450605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25BB27-496D-7D23-6110-CA3A331082D7}"/>
                  </a:ext>
                </a:extLst>
              </p:cNvPr>
              <p:cNvSpPr txBox="1"/>
              <p:nvPr/>
            </p:nvSpPr>
            <p:spPr>
              <a:xfrm>
                <a:off x="2041200" y="5442561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25BB27-496D-7D23-6110-CA3A33108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00" y="5442561"/>
                <a:ext cx="1450605" cy="369332"/>
              </a:xfrm>
              <a:prstGeom prst="rect">
                <a:avLst/>
              </a:prstGeom>
              <a:blipFill>
                <a:blip r:embed="rId2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90C3EB-D881-54BE-1D63-622A769A85DD}"/>
                  </a:ext>
                </a:extLst>
              </p:cNvPr>
              <p:cNvSpPr txBox="1"/>
              <p:nvPr/>
            </p:nvSpPr>
            <p:spPr>
              <a:xfrm>
                <a:off x="-44229" y="5915269"/>
                <a:ext cx="34148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90C3EB-D881-54BE-1D63-622A769A8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29" y="5915269"/>
                <a:ext cx="3414888" cy="33855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E0C42F-FDA1-9C0B-F6FE-716D09EAC8F2}"/>
                  </a:ext>
                </a:extLst>
              </p:cNvPr>
              <p:cNvSpPr txBox="1"/>
              <p:nvPr/>
            </p:nvSpPr>
            <p:spPr>
              <a:xfrm>
                <a:off x="3831454" y="5382651"/>
                <a:ext cx="5207726" cy="431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E0C42F-FDA1-9C0B-F6FE-716D09EAC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54" y="5382651"/>
                <a:ext cx="5207726" cy="431913"/>
              </a:xfrm>
              <a:prstGeom prst="rect">
                <a:avLst/>
              </a:prstGeom>
              <a:blipFill>
                <a:blip r:embed="rId2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A47FAD-2AD0-17E7-F4A7-BF818FAF4488}"/>
                  </a:ext>
                </a:extLst>
              </p:cNvPr>
              <p:cNvSpPr txBox="1"/>
              <p:nvPr/>
            </p:nvSpPr>
            <p:spPr>
              <a:xfrm>
                <a:off x="3575630" y="5915269"/>
                <a:ext cx="3414888" cy="33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A47FAD-2AD0-17E7-F4A7-BF818FAF4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630" y="5915269"/>
                <a:ext cx="3414888" cy="339517"/>
              </a:xfrm>
              <a:prstGeom prst="rect">
                <a:avLst/>
              </a:prstGeom>
              <a:blipFill>
                <a:blip r:embed="rId2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45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1642-40AF-EDFC-6153-4DD5659B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603426-70E9-03AD-0FA3-17B6EF0A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5200A-6886-E990-43AA-3E93E7CBA312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4704E-AC71-AA9D-C471-E865B5EF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EF868C-4B39-4176-27CC-99E2CD0C74B6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EF868C-4B39-4176-27CC-99E2CD0C7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C25CFA-116C-6A06-737F-EC2AAB703385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C25CFA-116C-6A06-737F-EC2AAB70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6D101-4F74-1D5F-F588-CE28482511EC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6D101-4F74-1D5F-F588-CE2848251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7D4F4B-4FEA-0186-21F6-64F4A2ADAE04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7D4F4B-4FEA-0186-21F6-64F4A2AD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2DC4DA-5EE3-BF05-475B-A160F709C948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2DC4DA-5EE3-BF05-475B-A160F709C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E76C6F8-FA1E-48DE-F4B4-CDD0E67DA385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E76C6F8-FA1E-48DE-F4B4-CDD0E67DA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B4B5FB-EFDC-4784-CB61-D87102405E09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B4B5FB-EFDC-4784-CB61-D87102405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06184FE8-A4E3-8D8A-AB5B-CDD57FB94091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AF53C5C3-834F-11C1-EB5E-D7D364FFD607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B8789B18-05C4-6138-EDE4-1A1126E21DDD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3A3525-9482-A917-A2C7-59C994E07453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43A3525-9482-A917-A2C7-59C994E07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7E8081C1-E781-AD02-75D9-ACB3070BB6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A79C22C-0AF9-7738-7A52-EED892C24F08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A79C22C-0AF9-7738-7A52-EED892C24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2CD2E8-E84E-F419-4419-F80636095BF9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2CD2E8-E84E-F419-4419-F80636095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400381D-6B8E-E9CF-61B8-E981514AE9F8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400381D-6B8E-E9CF-61B8-E981514AE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907C00-AC10-A032-CDBB-5CB940AD211F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907C00-AC10-A032-CDBB-5CB940AD2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62FDBA-0396-358C-E0F5-29F6D9C4F446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62FDBA-0396-358C-E0F5-29F6D9C4F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D95D18-A507-F26D-A520-4932FDCE40B3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D95D18-A507-F26D-A520-4932FDCE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C263BF-EAC6-430C-A125-03727A7C65CE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C263BF-EAC6-430C-A125-03727A7C6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410DED2-526A-C91B-42A7-65C06013D635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410DED2-526A-C91B-42A7-65C06013D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702F36-7B24-9777-CA0A-9A2D589876BA}"/>
                  </a:ext>
                </a:extLst>
              </p:cNvPr>
              <p:cNvSpPr txBox="1"/>
              <p:nvPr/>
            </p:nvSpPr>
            <p:spPr>
              <a:xfrm>
                <a:off x="428387" y="4868278"/>
                <a:ext cx="9917396" cy="391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702F36-7B24-9777-CA0A-9A2D5898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7" y="4868278"/>
                <a:ext cx="9917396" cy="391967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72A41C-418E-2103-97DC-6272D0B8B679}"/>
                  </a:ext>
                </a:extLst>
              </p:cNvPr>
              <p:cNvSpPr txBox="1"/>
              <p:nvPr/>
            </p:nvSpPr>
            <p:spPr>
              <a:xfrm>
                <a:off x="590595" y="5442890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72A41C-418E-2103-97DC-6272D0B8B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5" y="5442890"/>
                <a:ext cx="1450605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7C9723-8F77-9D23-7B0D-0BFF103B73FC}"/>
                  </a:ext>
                </a:extLst>
              </p:cNvPr>
              <p:cNvSpPr txBox="1"/>
              <p:nvPr/>
            </p:nvSpPr>
            <p:spPr>
              <a:xfrm>
                <a:off x="2041200" y="5442561"/>
                <a:ext cx="14506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7C9723-8F77-9D23-7B0D-0BFF103B7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00" y="5442561"/>
                <a:ext cx="1450605" cy="369332"/>
              </a:xfrm>
              <a:prstGeom prst="rect">
                <a:avLst/>
              </a:prstGeom>
              <a:blipFill>
                <a:blip r:embed="rId2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723D9B-1340-0FFB-118D-7796ABF36BAB}"/>
                  </a:ext>
                </a:extLst>
              </p:cNvPr>
              <p:cNvSpPr txBox="1"/>
              <p:nvPr/>
            </p:nvSpPr>
            <p:spPr>
              <a:xfrm>
                <a:off x="-44229" y="5915269"/>
                <a:ext cx="341488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723D9B-1340-0FFB-118D-7796ABF36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229" y="5915269"/>
                <a:ext cx="3414888" cy="33855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9F1FDF-5CE4-AE38-911E-1FDB0A5B7B41}"/>
                  </a:ext>
                </a:extLst>
              </p:cNvPr>
              <p:cNvSpPr txBox="1"/>
              <p:nvPr/>
            </p:nvSpPr>
            <p:spPr>
              <a:xfrm>
                <a:off x="3831454" y="5382651"/>
                <a:ext cx="5207726" cy="431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9F1FDF-5CE4-AE38-911E-1FDB0A5B7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54" y="5382651"/>
                <a:ext cx="5207726" cy="431913"/>
              </a:xfrm>
              <a:prstGeom prst="rect">
                <a:avLst/>
              </a:prstGeom>
              <a:blipFill>
                <a:blip r:embed="rId2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E6501A-5B94-31F6-5522-4527FB3780D8}"/>
                  </a:ext>
                </a:extLst>
              </p:cNvPr>
              <p:cNvSpPr txBox="1"/>
              <p:nvPr/>
            </p:nvSpPr>
            <p:spPr>
              <a:xfrm>
                <a:off x="2809039" y="5915269"/>
                <a:ext cx="3414888" cy="33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E6501A-5B94-31F6-5522-4527FB378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039" y="5915269"/>
                <a:ext cx="3414888" cy="339517"/>
              </a:xfrm>
              <a:prstGeom prst="rect">
                <a:avLst/>
              </a:prstGeom>
              <a:blipFill>
                <a:blip r:embed="rId2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D94056-1D93-331E-A908-18E607915A9F}"/>
                  </a:ext>
                </a:extLst>
              </p:cNvPr>
              <p:cNvSpPr txBox="1"/>
              <p:nvPr/>
            </p:nvSpPr>
            <p:spPr>
              <a:xfrm>
                <a:off x="5849658" y="5915269"/>
                <a:ext cx="3414888" cy="339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D94056-1D93-331E-A908-18E607915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658" y="5915269"/>
                <a:ext cx="3414888" cy="339517"/>
              </a:xfrm>
              <a:prstGeom prst="rect">
                <a:avLst/>
              </a:prstGeom>
              <a:blipFill>
                <a:blip r:embed="rId2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11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FDCC-47D2-E4A0-BEFB-F416DF6E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E9990-77A8-8A0E-1B38-422E79B2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B9EA65-E572-8FA2-0492-C9A2446D52AF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160A1-36E3-DE3E-509F-29E75FAD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" y="942731"/>
            <a:ext cx="8476488" cy="141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ABEFE4-4272-CF3F-2E0E-7021059D3D9A}"/>
                  </a:ext>
                </a:extLst>
              </p:cNvPr>
              <p:cNvSpPr txBox="1"/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ABEFE4-4272-CF3F-2E0E-7021059D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6" y="2360051"/>
                <a:ext cx="281424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B66AF6-43E6-1AC9-6614-3ED11FCD1F81}"/>
                  </a:ext>
                </a:extLst>
              </p:cNvPr>
              <p:cNvSpPr txBox="1"/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B66AF6-43E6-1AC9-6614-3ED11FCD1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265" y="2360050"/>
                <a:ext cx="281424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9F65D7-9607-591F-2280-DB8DC82F6F55}"/>
                  </a:ext>
                </a:extLst>
              </p:cNvPr>
              <p:cNvSpPr txBox="1"/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9F65D7-9607-591F-2280-DB8DC82F6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580" y="2360050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5C6918-A895-A99E-EB02-222A36769CD8}"/>
                  </a:ext>
                </a:extLst>
              </p:cNvPr>
              <p:cNvSpPr txBox="1"/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5C6918-A895-A99E-EB02-222A3676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56" y="2360050"/>
                <a:ext cx="281424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87C71E-33D6-032B-89D3-7D9A2C8FF401}"/>
                  </a:ext>
                </a:extLst>
              </p:cNvPr>
              <p:cNvSpPr txBox="1"/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87C71E-33D6-032B-89D3-7D9A2C8FF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78" y="2366773"/>
                <a:ext cx="281424" cy="276999"/>
              </a:xfrm>
              <a:prstGeom prst="rect">
                <a:avLst/>
              </a:prstGeom>
              <a:blipFill>
                <a:blip r:embed="rId7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0470F9-A734-B2E9-CE8C-EACDBDDB9D76}"/>
                  </a:ext>
                </a:extLst>
              </p:cNvPr>
              <p:cNvSpPr txBox="1"/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0470F9-A734-B2E9-CE8C-EACDBDDB9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2366772"/>
                <a:ext cx="281424" cy="276999"/>
              </a:xfrm>
              <a:prstGeom prst="rect">
                <a:avLst/>
              </a:prstGeom>
              <a:blipFill>
                <a:blip r:embed="rId8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4FDB65-0D9C-A58C-F47C-3ECF126AA738}"/>
                  </a:ext>
                </a:extLst>
              </p:cNvPr>
              <p:cNvSpPr txBox="1"/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4FDB65-0D9C-A58C-F47C-3ECF126AA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79" y="2366769"/>
                <a:ext cx="301108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1355B76C-1CBD-6FAC-B4BF-7881909CA7E6}"/>
              </a:ext>
            </a:extLst>
          </p:cNvPr>
          <p:cNvCxnSpPr>
            <a:stCxn id="4" idx="2"/>
            <a:endCxn id="13" idx="2"/>
          </p:cNvCxnSpPr>
          <p:nvPr/>
        </p:nvCxnSpPr>
        <p:spPr>
          <a:xfrm rot="5400000" flipH="1" flipV="1">
            <a:off x="1471506" y="2140580"/>
            <a:ext cx="1" cy="992939"/>
          </a:xfrm>
          <a:prstGeom prst="curvedConnector3">
            <a:avLst>
              <a:gd name="adj1" fmla="val -228600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D80A4C3E-3F7F-9C81-760A-705F567F6CBE}"/>
              </a:ext>
            </a:extLst>
          </p:cNvPr>
          <p:cNvCxnSpPr>
            <a:cxnSpLocks/>
            <a:stCxn id="13" idx="2"/>
            <a:endCxn id="23" idx="2"/>
          </p:cNvCxnSpPr>
          <p:nvPr/>
        </p:nvCxnSpPr>
        <p:spPr>
          <a:xfrm rot="16200000" flipH="1">
            <a:off x="2513134" y="2091891"/>
            <a:ext cx="12700" cy="109031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55D48766-C3E6-8948-A502-11755B6BAD2A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3569280" y="2126061"/>
            <a:ext cx="12700" cy="1021976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1BC431-9016-43E7-167B-0FED1A5CFF65}"/>
                  </a:ext>
                </a:extLst>
              </p:cNvPr>
              <p:cNvSpPr txBox="1"/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1BC431-9016-43E7-167B-0FED1A5CF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1" y="2907696"/>
                <a:ext cx="695575" cy="215444"/>
              </a:xfrm>
              <a:prstGeom prst="rect">
                <a:avLst/>
              </a:prstGeom>
              <a:blipFill>
                <a:blip r:embed="rId10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04851753-DAB6-2C86-C3C2-E45740FBC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31" y="3242260"/>
            <a:ext cx="8360008" cy="1070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B061FD-39F8-6EA3-BDF5-6A5B7920951D}"/>
                  </a:ext>
                </a:extLst>
              </p:cNvPr>
              <p:cNvSpPr txBox="1"/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B061FD-39F8-6EA3-BDF5-6A5B7920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85" y="4431602"/>
                <a:ext cx="466410" cy="215444"/>
              </a:xfrm>
              <a:prstGeom prst="rect">
                <a:avLst/>
              </a:prstGeom>
              <a:blipFill>
                <a:blip r:embed="rId12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F9DE98-825D-0B3D-1DAC-A6DCBFF49663}"/>
                  </a:ext>
                </a:extLst>
              </p:cNvPr>
              <p:cNvSpPr txBox="1"/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F9DE98-825D-0B3D-1DAC-A6DCBFF4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215" y="4431602"/>
                <a:ext cx="462241" cy="215444"/>
              </a:xfrm>
              <a:prstGeom prst="rect">
                <a:avLst/>
              </a:prstGeom>
              <a:blipFill>
                <a:blip r:embed="rId13"/>
                <a:stretch>
                  <a:fillRect l="-10811" r="-135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7BADED-5E65-AD36-B9F7-2C6601F2405E}"/>
                  </a:ext>
                </a:extLst>
              </p:cNvPr>
              <p:cNvSpPr txBox="1"/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7BADED-5E65-AD36-B9F7-2C6601F2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81" y="4431602"/>
                <a:ext cx="466410" cy="215444"/>
              </a:xfrm>
              <a:prstGeom prst="rect">
                <a:avLst/>
              </a:prstGeom>
              <a:blipFill>
                <a:blip r:embed="rId14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8C07C82-14A3-DE92-DC96-339D9E6CEE36}"/>
                  </a:ext>
                </a:extLst>
              </p:cNvPr>
              <p:cNvSpPr txBox="1"/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8C07C82-14A3-DE92-DC96-339D9E6CE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063" y="4431602"/>
                <a:ext cx="466410" cy="215444"/>
              </a:xfrm>
              <a:prstGeom prst="rect">
                <a:avLst/>
              </a:prstGeom>
              <a:blipFill>
                <a:blip r:embed="rId15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F3CDA4-5711-BCAB-C3F6-81E6CADF886E}"/>
                  </a:ext>
                </a:extLst>
              </p:cNvPr>
              <p:cNvSpPr txBox="1"/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F3CDA4-5711-BCAB-C3F6-81E6CADF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51" y="4431602"/>
                <a:ext cx="481606" cy="215444"/>
              </a:xfrm>
              <a:prstGeom prst="rect">
                <a:avLst/>
              </a:prstGeom>
              <a:blipFill>
                <a:blip r:embed="rId16"/>
                <a:stretch>
                  <a:fillRect l="-7692" r="-1282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842D9D-9F61-93A3-E14C-F7847E9F9CF7}"/>
                  </a:ext>
                </a:extLst>
              </p:cNvPr>
              <p:cNvSpPr txBox="1"/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842D9D-9F61-93A3-E14C-F7847E9F9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85" y="4431602"/>
                <a:ext cx="466410" cy="215444"/>
              </a:xfrm>
              <a:prstGeom prst="rect">
                <a:avLst/>
              </a:prstGeom>
              <a:blipFill>
                <a:blip r:embed="rId17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37686D-0BC3-D365-A638-C9D030EAE31B}"/>
                  </a:ext>
                </a:extLst>
              </p:cNvPr>
              <p:cNvSpPr txBox="1"/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37686D-0BC3-D365-A638-C9D030EAE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907" y="4431602"/>
                <a:ext cx="466410" cy="215444"/>
              </a:xfrm>
              <a:prstGeom prst="rect">
                <a:avLst/>
              </a:prstGeom>
              <a:blipFill>
                <a:blip r:embed="rId18"/>
                <a:stretch>
                  <a:fillRect l="-7895" r="-1315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D07633-AE10-11BA-ECBE-0C1EFD07ABAD}"/>
                  </a:ext>
                </a:extLst>
              </p:cNvPr>
              <p:cNvSpPr txBox="1"/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D07633-AE10-11BA-ECBE-0C1EFD07A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2907696"/>
                <a:ext cx="695575" cy="215444"/>
              </a:xfrm>
              <a:prstGeom prst="rect">
                <a:avLst/>
              </a:prstGeom>
              <a:blipFill>
                <a:blip r:embed="rId19"/>
                <a:stretch>
                  <a:fillRect l="-5357" r="-892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65EB65-997E-CE29-5B40-17E944EAE37F}"/>
                  </a:ext>
                </a:extLst>
              </p:cNvPr>
              <p:cNvSpPr txBox="1"/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65EB65-997E-CE29-5B40-17E944EA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9" y="5699825"/>
                <a:ext cx="965136" cy="246221"/>
              </a:xfrm>
              <a:prstGeom prst="rect">
                <a:avLst/>
              </a:prstGeom>
              <a:blipFill>
                <a:blip r:embed="rId20"/>
                <a:stretch>
                  <a:fillRect l="-5263" r="-78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E756-F781-0A4B-002B-D77F8BB3E721}"/>
                  </a:ext>
                </a:extLst>
              </p:cNvPr>
              <p:cNvSpPr txBox="1"/>
              <p:nvPr/>
            </p:nvSpPr>
            <p:spPr>
              <a:xfrm>
                <a:off x="582609" y="5071580"/>
                <a:ext cx="5353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E756-F781-0A4B-002B-D77F8BB3E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9" y="5071580"/>
                <a:ext cx="535338" cy="246221"/>
              </a:xfrm>
              <a:prstGeom prst="rect">
                <a:avLst/>
              </a:prstGeom>
              <a:blipFill>
                <a:blip r:embed="rId21"/>
                <a:stretch>
                  <a:fillRect l="-9524" r="-14286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ADDA02-4693-D940-789D-535B0CFA5351}"/>
                  </a:ext>
                </a:extLst>
              </p:cNvPr>
              <p:cNvSpPr txBox="1"/>
              <p:nvPr/>
            </p:nvSpPr>
            <p:spPr>
              <a:xfrm>
                <a:off x="1974326" y="5069900"/>
                <a:ext cx="1324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ADDA02-4693-D940-789D-535B0CFA5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326" y="5069900"/>
                <a:ext cx="1324401" cy="276999"/>
              </a:xfrm>
              <a:prstGeom prst="rect">
                <a:avLst/>
              </a:prstGeom>
              <a:blipFill>
                <a:blip r:embed="rId22"/>
                <a:stretch>
                  <a:fillRect l="-1905" t="-4545" r="-5714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154A60-703F-BE91-D9AA-FFC1BABF83FB}"/>
                  </a:ext>
                </a:extLst>
              </p:cNvPr>
              <p:cNvSpPr txBox="1"/>
              <p:nvPr/>
            </p:nvSpPr>
            <p:spPr>
              <a:xfrm>
                <a:off x="1967976" y="5699825"/>
                <a:ext cx="2475613" cy="247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154A60-703F-BE91-D9AA-FFC1BABF8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976" y="5699825"/>
                <a:ext cx="2475613" cy="247184"/>
              </a:xfrm>
              <a:prstGeom prst="rect">
                <a:avLst/>
              </a:prstGeom>
              <a:blipFill>
                <a:blip r:embed="rId23"/>
                <a:stretch>
                  <a:fillRect l="-1026" r="-256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A903FA-0011-01F3-B8EB-5926157B1E9E}"/>
                  </a:ext>
                </a:extLst>
              </p:cNvPr>
              <p:cNvSpPr txBox="1"/>
              <p:nvPr/>
            </p:nvSpPr>
            <p:spPr>
              <a:xfrm>
                <a:off x="6022454" y="5069900"/>
                <a:ext cx="2314480" cy="298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A903FA-0011-01F3-B8EB-5926157B1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454" y="5069900"/>
                <a:ext cx="2314480" cy="298159"/>
              </a:xfrm>
              <a:prstGeom prst="rect">
                <a:avLst/>
              </a:prstGeom>
              <a:blipFill>
                <a:blip r:embed="rId24"/>
                <a:stretch>
                  <a:fillRect l="-1093" r="-2732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1BB4E2-1B4F-0B4A-5E34-F7156D48F558}"/>
                  </a:ext>
                </a:extLst>
              </p:cNvPr>
              <p:cNvSpPr txBox="1"/>
              <p:nvPr/>
            </p:nvSpPr>
            <p:spPr>
              <a:xfrm>
                <a:off x="5553928" y="5545937"/>
                <a:ext cx="3293981" cy="37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1BB4E2-1B4F-0B4A-5E34-F7156D48F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928" y="5545937"/>
                <a:ext cx="3293981" cy="374077"/>
              </a:xfrm>
              <a:prstGeom prst="rect">
                <a:avLst/>
              </a:prstGeom>
              <a:blipFill>
                <a:blip r:embed="rId2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71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3D4B-DF9F-5B7D-B6F5-B8881713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FA72F-93F4-BD83-054E-6996A46D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1C4304-4CCE-217D-0B70-3C9947B2A9E5}"/>
              </a:ext>
            </a:extLst>
          </p:cNvPr>
          <p:cNvGrpSpPr/>
          <p:nvPr/>
        </p:nvGrpSpPr>
        <p:grpSpPr>
          <a:xfrm>
            <a:off x="5278777" y="2835511"/>
            <a:ext cx="3696730" cy="3492915"/>
            <a:chOff x="410308" y="2836333"/>
            <a:chExt cx="3696730" cy="349291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9111661-8465-6CEA-DDC1-4C2465332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308" y="3225607"/>
              <a:ext cx="3696730" cy="310364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B070F1C-D585-72D7-ACA1-A33B7FDFEB2A}"/>
                    </a:ext>
                  </a:extLst>
                </p:cNvPr>
                <p:cNvSpPr txBox="1"/>
                <p:nvPr/>
              </p:nvSpPr>
              <p:spPr>
                <a:xfrm>
                  <a:off x="467972" y="2880989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B070F1C-D585-72D7-ACA1-A33B7FDFE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72" y="2880989"/>
                  <a:ext cx="413476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8D8238C-AEF8-1897-9C43-E9EA13BD9028}"/>
                    </a:ext>
                  </a:extLst>
                </p:cNvPr>
                <p:cNvSpPr txBox="1"/>
                <p:nvPr/>
              </p:nvSpPr>
              <p:spPr>
                <a:xfrm>
                  <a:off x="881448" y="2886184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8D8238C-AEF8-1897-9C43-E9EA13BD9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448" y="2886184"/>
                  <a:ext cx="413476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B2FBD4-FEAD-0F3C-AFCC-EC073265C836}"/>
                    </a:ext>
                  </a:extLst>
                </p:cNvPr>
                <p:cNvSpPr txBox="1"/>
                <p:nvPr/>
              </p:nvSpPr>
              <p:spPr>
                <a:xfrm>
                  <a:off x="1294924" y="2891379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B2FBD4-FEAD-0F3C-AFCC-EC073265C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4924" y="2891379"/>
                  <a:ext cx="413476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6D35C9-5FDD-5DF0-4F5D-F68B058E410B}"/>
                    </a:ext>
                  </a:extLst>
                </p:cNvPr>
                <p:cNvSpPr txBox="1"/>
                <p:nvPr/>
              </p:nvSpPr>
              <p:spPr>
                <a:xfrm>
                  <a:off x="1688638" y="2894422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6D35C9-5FDD-5DF0-4F5D-F68B058E4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638" y="2894422"/>
                  <a:ext cx="413476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AA2192-8AB9-0E8F-3D02-FBA969F9FEF9}"/>
                    </a:ext>
                  </a:extLst>
                </p:cNvPr>
                <p:cNvSpPr txBox="1"/>
                <p:nvPr/>
              </p:nvSpPr>
              <p:spPr>
                <a:xfrm>
                  <a:off x="3693562" y="2899307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AA2192-8AB9-0E8F-3D02-FBA969F9F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3562" y="2899307"/>
                  <a:ext cx="413476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61C8DC-00B8-94A2-2BA4-002186D7A507}"/>
                </a:ext>
              </a:extLst>
            </p:cNvPr>
            <p:cNvSpPr txBox="1"/>
            <p:nvPr/>
          </p:nvSpPr>
          <p:spPr>
            <a:xfrm>
              <a:off x="2136636" y="2837752"/>
              <a:ext cx="766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112B4D-1122-3A99-6459-4FD79CA554FA}"/>
                </a:ext>
              </a:extLst>
            </p:cNvPr>
            <p:cNvSpPr txBox="1"/>
            <p:nvPr/>
          </p:nvSpPr>
          <p:spPr>
            <a:xfrm>
              <a:off x="2827267" y="2836333"/>
              <a:ext cx="766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26E2C7-D38F-800F-5585-8D337521DA3B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14" y="2898485"/>
            <a:ext cx="5260342" cy="342994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8FDA3BC-67CD-5861-ACBB-4D628EBC55E2}"/>
              </a:ext>
            </a:extLst>
          </p:cNvPr>
          <p:cNvGrpSpPr/>
          <p:nvPr/>
        </p:nvGrpSpPr>
        <p:grpSpPr>
          <a:xfrm>
            <a:off x="582609" y="1252378"/>
            <a:ext cx="8265300" cy="877109"/>
            <a:chOff x="582609" y="5069900"/>
            <a:chExt cx="8265300" cy="877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CB9DFF2-6E02-46EC-6479-07EFBA0F501A}"/>
                    </a:ext>
                  </a:extLst>
                </p:cNvPr>
                <p:cNvSpPr txBox="1"/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CB9DFF2-6E02-46EC-6479-07EFBA0F5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5263" r="-7895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F3EC11-59D1-2E16-E6B4-E1276A8FC249}"/>
                    </a:ext>
                  </a:extLst>
                </p:cNvPr>
                <p:cNvSpPr txBox="1"/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F3EC11-59D1-2E16-E6B4-E1276A8FC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9524" r="-1428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58B011-A4DC-13D2-022D-B70CE2FFFB08}"/>
                    </a:ext>
                  </a:extLst>
                </p:cNvPr>
                <p:cNvSpPr txBox="1"/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458B011-A4DC-13D2-022D-B70CE2FFF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905" t="-4348" r="-5714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CE526C0-8EB8-D730-DA7F-1E766768B6A0}"/>
                    </a:ext>
                  </a:extLst>
                </p:cNvPr>
                <p:cNvSpPr txBox="1"/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CE526C0-8EB8-D730-DA7F-1E766768B6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blipFill>
                  <a:blip r:embed="rId16"/>
                  <a:stretch>
                    <a:fillRect l="-1026" r="-2564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E1CAE5-F4CD-E114-BA48-37A76E1B8B9F}"/>
                    </a:ext>
                  </a:extLst>
                </p:cNvPr>
                <p:cNvSpPr txBox="1"/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E1CAE5-F4CD-E114-BA48-37A76E1B8B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blipFill>
                  <a:blip r:embed="rId17"/>
                  <a:stretch>
                    <a:fillRect l="-1093" r="-2732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14D1A8D-5B14-097D-B16F-7B6B010788C5}"/>
                    </a:ext>
                  </a:extLst>
                </p:cNvPr>
                <p:cNvSpPr txBox="1"/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14D1A8D-5B14-097D-B16F-7B6B01078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D0251E3-42E4-DB32-E4B9-9A983537351E}"/>
                  </a:ext>
                </a:extLst>
              </p:cNvPr>
              <p:cNvSpPr txBox="1"/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D0251E3-42E4-DB32-E4B9-9A9835373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blipFill>
                <a:blip r:embed="rId1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280441B-48F1-5733-836F-2300FA3A1CCC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62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5CEB-76E9-08F8-2B39-BEECBCA3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3237C-6333-C0CF-283A-2989654D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D3EB33-56C7-E1E3-8A89-E3B318C35D30}"/>
              </a:ext>
            </a:extLst>
          </p:cNvPr>
          <p:cNvGrpSpPr/>
          <p:nvPr/>
        </p:nvGrpSpPr>
        <p:grpSpPr>
          <a:xfrm>
            <a:off x="582609" y="1252378"/>
            <a:ext cx="8265300" cy="877109"/>
            <a:chOff x="582609" y="5069900"/>
            <a:chExt cx="8265300" cy="877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1F8DE7-1650-1948-750E-715AED442D21}"/>
                    </a:ext>
                  </a:extLst>
                </p:cNvPr>
                <p:cNvSpPr txBox="1"/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1F8DE7-1650-1948-750E-715AED442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5263" r="-7895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CA66BEA-BCF6-D77B-6F62-A875EFE277D7}"/>
                    </a:ext>
                  </a:extLst>
                </p:cNvPr>
                <p:cNvSpPr txBox="1"/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CA66BEA-BCF6-D77B-6F62-A875EFE27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9524" r="-1428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991741-5663-2A6A-8874-6B7842126C21}"/>
                    </a:ext>
                  </a:extLst>
                </p:cNvPr>
                <p:cNvSpPr txBox="1"/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991741-5663-2A6A-8874-6B7842126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05" t="-4348" r="-5714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AF698E-C5C9-0F3D-30F2-BB61F387793F}"/>
                    </a:ext>
                  </a:extLst>
                </p:cNvPr>
                <p:cNvSpPr txBox="1"/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AF698E-C5C9-0F3D-30F2-BB61F3877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blipFill>
                  <a:blip r:embed="rId5"/>
                  <a:stretch>
                    <a:fillRect l="-1026" r="-2564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1C448A6-9F81-47BE-D253-C93C6CDCF101}"/>
                    </a:ext>
                  </a:extLst>
                </p:cNvPr>
                <p:cNvSpPr txBox="1"/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1C448A6-9F81-47BE-D253-C93C6CDCF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blipFill>
                  <a:blip r:embed="rId6"/>
                  <a:stretch>
                    <a:fillRect l="-1093" r="-2732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4135CD-FDCE-44D9-E9C1-E46252808EB4}"/>
                    </a:ext>
                  </a:extLst>
                </p:cNvPr>
                <p:cNvSpPr txBox="1"/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94135CD-FDCE-44D9-E9C1-E46252808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BC66A5-7EFE-D4FE-AEB8-2C31722CCDFF}"/>
                  </a:ext>
                </a:extLst>
              </p:cNvPr>
              <p:cNvSpPr txBox="1"/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BC66A5-7EFE-D4FE-AEB8-2C31722C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61D4ECF-4F54-7D59-1050-1770D0747E08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C23D6-DF0D-B809-113B-4D375F566B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07" y="2394857"/>
            <a:ext cx="5007753" cy="40117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544390-182B-2319-35F8-D089356A3AF0}"/>
                  </a:ext>
                </a:extLst>
              </p:cNvPr>
              <p:cNvSpPr txBox="1"/>
              <p:nvPr/>
            </p:nvSpPr>
            <p:spPr>
              <a:xfrm>
                <a:off x="5809111" y="3321395"/>
                <a:ext cx="1990866" cy="744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SNR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544390-182B-2319-35F8-D089356A3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111" y="3321395"/>
                <a:ext cx="1990866" cy="744499"/>
              </a:xfrm>
              <a:prstGeom prst="rect">
                <a:avLst/>
              </a:prstGeom>
              <a:blipFill>
                <a:blip r:embed="rId10"/>
                <a:stretch>
                  <a:fillRect l="-316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C987586-09F6-4CA4-0A85-3B981ACDD818}"/>
              </a:ext>
            </a:extLst>
          </p:cNvPr>
          <p:cNvSpPr txBox="1"/>
          <p:nvPr/>
        </p:nvSpPr>
        <p:spPr>
          <a:xfrm>
            <a:off x="5475389" y="4577094"/>
            <a:ext cx="2990387" cy="356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  <a:spcAft>
                <a:spcPts val="600"/>
              </a:spcAft>
            </a:pPr>
            <a:r>
              <a:rPr lang="en-US" altLang="zh-CN" sz="2000" b="1" u="sng" dirty="0">
                <a:solidFill>
                  <a:srgbClr val="C00000"/>
                </a:solidFill>
                <a:latin typeface="Times" pitchFamily="2" charset="0"/>
              </a:rPr>
              <a:t>S</a:t>
            </a:r>
            <a:r>
              <a:rPr lang="en-US" altLang="zh-CN" sz="2000" dirty="0">
                <a:solidFill>
                  <a:srgbClr val="C00000"/>
                </a:solidFill>
                <a:latin typeface="Times" pitchFamily="2" charset="0"/>
              </a:rPr>
              <a:t>ignal </a:t>
            </a:r>
            <a:r>
              <a:rPr lang="en-US" altLang="zh-CN" sz="2000" b="1" u="sng" dirty="0">
                <a:solidFill>
                  <a:srgbClr val="C00000"/>
                </a:solidFill>
                <a:latin typeface="Times" pitchFamily="2" charset="0"/>
              </a:rPr>
              <a:t>N</a:t>
            </a:r>
            <a:r>
              <a:rPr lang="en-US" altLang="zh-CN" sz="2000" dirty="0">
                <a:solidFill>
                  <a:srgbClr val="C00000"/>
                </a:solidFill>
                <a:latin typeface="Times" pitchFamily="2" charset="0"/>
              </a:rPr>
              <a:t>oise </a:t>
            </a:r>
            <a:r>
              <a:rPr lang="en-US" altLang="zh-CN" sz="2000" b="1" u="sng" dirty="0">
                <a:solidFill>
                  <a:srgbClr val="C00000"/>
                </a:solidFill>
                <a:latin typeface="Times" pitchFamily="2" charset="0"/>
              </a:rPr>
              <a:t>R</a:t>
            </a:r>
            <a:r>
              <a:rPr lang="en-US" altLang="zh-CN" sz="2000" dirty="0">
                <a:solidFill>
                  <a:srgbClr val="C00000"/>
                </a:solidFill>
                <a:latin typeface="Times" pitchFamily="2" charset="0"/>
              </a:rPr>
              <a:t>atio</a:t>
            </a:r>
            <a:endParaRPr lang="en-US" sz="2000" dirty="0">
              <a:solidFill>
                <a:srgbClr val="C00000"/>
              </a:solidFill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64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F67C-A288-2167-CB66-DF9B768F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CA4CC-93AF-6399-4A92-23E0DCF5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08C753-8D6F-F4DB-678D-6DD96058CF9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14" y="2898485"/>
            <a:ext cx="5260342" cy="342994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3E9E60D-53D9-5AD1-E731-D6EA2C325434}"/>
              </a:ext>
            </a:extLst>
          </p:cNvPr>
          <p:cNvGrpSpPr/>
          <p:nvPr/>
        </p:nvGrpSpPr>
        <p:grpSpPr>
          <a:xfrm>
            <a:off x="582609" y="1252378"/>
            <a:ext cx="8265300" cy="877109"/>
            <a:chOff x="582609" y="5069900"/>
            <a:chExt cx="8265300" cy="877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324205F-2B25-E5E7-7E0A-71665B3BA651}"/>
                    </a:ext>
                  </a:extLst>
                </p:cNvPr>
                <p:cNvSpPr txBox="1"/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324205F-2B25-E5E7-7E0A-71665B3BA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5263" r="-7895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100B32B-B4F7-C7F9-056B-DD63D2D8C729}"/>
                    </a:ext>
                  </a:extLst>
                </p:cNvPr>
                <p:cNvSpPr txBox="1"/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100B32B-B4F7-C7F9-056B-DD63D2D8C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9524" r="-1428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F3206BB-7D4E-7654-C07C-E5D9E4B485BC}"/>
                    </a:ext>
                  </a:extLst>
                </p:cNvPr>
                <p:cNvSpPr txBox="1"/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F3206BB-7D4E-7654-C07C-E5D9E4B48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05" t="-4348" r="-5714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1D60242-D426-9A6E-259A-DE6385F9C9EE}"/>
                    </a:ext>
                  </a:extLst>
                </p:cNvPr>
                <p:cNvSpPr txBox="1"/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1D60242-D426-9A6E-259A-DE6385F9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blipFill>
                  <a:blip r:embed="rId6"/>
                  <a:stretch>
                    <a:fillRect l="-1026" r="-2564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97AF4A-631E-5A72-C35F-86F5B914C932}"/>
                    </a:ext>
                  </a:extLst>
                </p:cNvPr>
                <p:cNvSpPr txBox="1"/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97AF4A-631E-5A72-C35F-86F5B914C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blipFill>
                  <a:blip r:embed="rId7"/>
                  <a:stretch>
                    <a:fillRect l="-1093" r="-2732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D23039-2BA4-F390-B570-0EC8B7FE3A1B}"/>
                    </a:ext>
                  </a:extLst>
                </p:cNvPr>
                <p:cNvSpPr txBox="1"/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D23039-2BA4-F390-B570-0EC8B7FE3A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07AE92-711C-E0D3-8251-7F3A7FAE0176}"/>
                  </a:ext>
                </a:extLst>
              </p:cNvPr>
              <p:cNvSpPr txBox="1"/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07AE92-711C-E0D3-8251-7F3A7FAE0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F81B53D-F21E-58C5-39CD-5D5EAF97EB24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DC4F6C-D3BA-F267-B770-BEA4EC32EC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915" y="2948743"/>
            <a:ext cx="4483371" cy="84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3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00CF8-2DB1-5F34-55C4-CBBF4E3E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21AF2-6A08-BC37-42DE-6DDB7B75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E64811-0596-A6D3-CFD0-C9F58F82CE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14" y="2898485"/>
            <a:ext cx="5260342" cy="342994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A06C0F-CC3D-1AF1-6AE8-D0E73908D8AB}"/>
              </a:ext>
            </a:extLst>
          </p:cNvPr>
          <p:cNvGrpSpPr/>
          <p:nvPr/>
        </p:nvGrpSpPr>
        <p:grpSpPr>
          <a:xfrm>
            <a:off x="582609" y="1252378"/>
            <a:ext cx="8265300" cy="877109"/>
            <a:chOff x="582609" y="5069900"/>
            <a:chExt cx="8265300" cy="877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AEA056-5BF5-BEA3-E56A-B4B08EC3336F}"/>
                    </a:ext>
                  </a:extLst>
                </p:cNvPr>
                <p:cNvSpPr txBox="1"/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AEA056-5BF5-BEA3-E56A-B4B08EC33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699825"/>
                  <a:ext cx="965136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5263" r="-7895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5D7C3EA-606B-33F2-C888-F4EDA11FEBCC}"/>
                    </a:ext>
                  </a:extLst>
                </p:cNvPr>
                <p:cNvSpPr txBox="1"/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5D7C3EA-606B-33F2-C888-F4EDA11FE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09" y="5071580"/>
                  <a:ext cx="53533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9524" r="-1428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70A7FAB-B4D4-470E-0072-2230AD75347A}"/>
                    </a:ext>
                  </a:extLst>
                </p:cNvPr>
                <p:cNvSpPr txBox="1"/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70A7FAB-B4D4-470E-0072-2230AD753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326" y="5069900"/>
                  <a:ext cx="132440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05" t="-4348" r="-5714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9A59FA-766E-8042-E500-5FF9DABFA420}"/>
                    </a:ext>
                  </a:extLst>
                </p:cNvPr>
                <p:cNvSpPr txBox="1"/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9A59FA-766E-8042-E500-5FF9DABFA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976" y="5699825"/>
                  <a:ext cx="2475613" cy="247184"/>
                </a:xfrm>
                <a:prstGeom prst="rect">
                  <a:avLst/>
                </a:prstGeom>
                <a:blipFill>
                  <a:blip r:embed="rId6"/>
                  <a:stretch>
                    <a:fillRect l="-1026" r="-2564" b="-3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02C4DE-ECBE-0A7F-20E6-064E3B0F8E03}"/>
                    </a:ext>
                  </a:extLst>
                </p:cNvPr>
                <p:cNvSpPr txBox="1"/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02C4DE-ECBE-0A7F-20E6-064E3B0F8E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454" y="5069900"/>
                  <a:ext cx="2314480" cy="298159"/>
                </a:xfrm>
                <a:prstGeom prst="rect">
                  <a:avLst/>
                </a:prstGeom>
                <a:blipFill>
                  <a:blip r:embed="rId7"/>
                  <a:stretch>
                    <a:fillRect l="-1093" r="-2732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C2C2552-3CF8-D022-939C-66FEEF63E153}"/>
                    </a:ext>
                  </a:extLst>
                </p:cNvPr>
                <p:cNvSpPr txBox="1"/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C2C2552-3CF8-D022-939C-66FEEF63E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3928" y="5545937"/>
                  <a:ext cx="3293981" cy="374077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AA5250-8A5B-9A17-EB0F-B8D812E4E9A7}"/>
                  </a:ext>
                </a:extLst>
              </p:cNvPr>
              <p:cNvSpPr txBox="1"/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AA5250-8A5B-9A17-EB0F-B8D812E4E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985" y="2143546"/>
                <a:ext cx="1479598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6C1A07A-9CAB-540F-BF52-FB81F2A05D59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</a:t>
            </a:r>
            <a:r>
              <a:rPr lang="zh-CN" altLang="en-US" sz="2400" b="1" dirty="0">
                <a:latin typeface="Times" pitchFamily="2" charset="0"/>
              </a:rPr>
              <a:t> </a:t>
            </a:r>
            <a:r>
              <a:rPr lang="en-US" altLang="zh-CN" sz="2400" b="1" dirty="0">
                <a:latin typeface="Times" pitchFamily="2" charset="0"/>
              </a:rPr>
              <a:t>Process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56DAE-9698-72A5-572D-1EC754680AEC}"/>
              </a:ext>
            </a:extLst>
          </p:cNvPr>
          <p:cNvSpPr txBox="1"/>
          <p:nvPr/>
        </p:nvSpPr>
        <p:spPr>
          <a:xfrm>
            <a:off x="5641334" y="3084756"/>
            <a:ext cx="1769662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Dog Image</a:t>
            </a:r>
            <a:endParaRPr lang="en-US" sz="2400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08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87E1-7A19-1059-A34D-C3AFF5AF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FF79BD-01FA-87B3-C428-A4DB03EF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CE26B-3382-9A6C-CF3C-C7F47FADB86E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Forward/Backward Process of Diffusion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37A862-33BE-AC24-7DCE-FAC7B8E0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38" y="3088023"/>
            <a:ext cx="8450200" cy="12127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A269B-FB6A-8388-260B-1CA6320CDCB1}"/>
              </a:ext>
            </a:extLst>
          </p:cNvPr>
          <p:cNvGrpSpPr/>
          <p:nvPr/>
        </p:nvGrpSpPr>
        <p:grpSpPr>
          <a:xfrm>
            <a:off x="311502" y="1164415"/>
            <a:ext cx="8522353" cy="700192"/>
            <a:chOff x="311502" y="1164415"/>
            <a:chExt cx="8522353" cy="7001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40408F-2096-5E77-B881-ACA287A08902}"/>
                </a:ext>
              </a:extLst>
            </p:cNvPr>
            <p:cNvSpPr txBox="1"/>
            <p:nvPr/>
          </p:nvSpPr>
          <p:spPr>
            <a:xfrm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CB019A-B681-0D6B-22E3-B7B69490CB69}"/>
                </a:ext>
              </a:extLst>
            </p:cNvPr>
            <p:cNvSpPr txBox="1"/>
            <p:nvPr/>
          </p:nvSpPr>
          <p:spPr>
            <a:xfrm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B5EBD0-F653-B698-D5A8-A47403AD5C2E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BEC983-03CC-2B8F-8F8B-338B5852A742}"/>
                </a:ext>
              </a:extLst>
            </p:cNvPr>
            <p:cNvSpPr txBox="1"/>
            <p:nvPr/>
          </p:nvSpPr>
          <p:spPr>
            <a:xfrm>
              <a:off x="2242620" y="1164415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 by denoising step by step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7CB854-E85D-62B1-934A-85017D42FF8A}"/>
              </a:ext>
            </a:extLst>
          </p:cNvPr>
          <p:cNvGrpSpPr/>
          <p:nvPr/>
        </p:nvGrpSpPr>
        <p:grpSpPr>
          <a:xfrm rot="10800000">
            <a:off x="310144" y="4293202"/>
            <a:ext cx="8522353" cy="637020"/>
            <a:chOff x="311502" y="1227587"/>
            <a:chExt cx="8522353" cy="6370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F988FE-7F85-E7EE-A250-EAE012005C89}"/>
                </a:ext>
              </a:extLst>
            </p:cNvPr>
            <p:cNvSpPr txBox="1"/>
            <p:nvPr/>
          </p:nvSpPr>
          <p:spPr>
            <a:xfrm rot="10800000">
              <a:off x="311502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D7C105-ABF7-F9E5-F5F1-9753AB96552F}"/>
                </a:ext>
              </a:extLst>
            </p:cNvPr>
            <p:cNvSpPr txBox="1"/>
            <p:nvPr/>
          </p:nvSpPr>
          <p:spPr>
            <a:xfrm rot="10800000">
              <a:off x="7677936" y="1464497"/>
              <a:ext cx="11559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1E5CBA5-5CEC-6361-F8A7-764533A71E8F}"/>
                </a:ext>
              </a:extLst>
            </p:cNvPr>
            <p:cNvCxnSpPr>
              <a:cxnSpLocks/>
              <a:stCxn id="13" idx="1"/>
              <a:endCxn id="14" idx="3"/>
            </p:cNvCxnSpPr>
            <p:nvPr/>
          </p:nvCxnSpPr>
          <p:spPr>
            <a:xfrm rot="10800000" flipH="1">
              <a:off x="1467421" y="1664552"/>
              <a:ext cx="62105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0A7483-67D6-708E-10D4-A29FABEF27A5}"/>
                </a:ext>
              </a:extLst>
            </p:cNvPr>
            <p:cNvSpPr txBox="1"/>
            <p:nvPr/>
          </p:nvSpPr>
          <p:spPr>
            <a:xfrm rot="10800000">
              <a:off x="2242620" y="1227587"/>
              <a:ext cx="4658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Destructing data by adding noise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A9ECBB1E-09F0-4DBE-3BE3-693D712C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797042-9423-72D7-5DA5-5099AB88A0D9}"/>
              </a:ext>
            </a:extLst>
          </p:cNvPr>
          <p:cNvSpPr txBox="1"/>
          <p:nvPr/>
        </p:nvSpPr>
        <p:spPr>
          <a:xfrm>
            <a:off x="454676" y="5148373"/>
            <a:ext cx="8149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Noise):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42E07-667E-7669-BFBB-C8334196A789}"/>
              </a:ext>
            </a:extLst>
          </p:cNvPr>
          <p:cNvSpPr txBox="1"/>
          <p:nvPr/>
        </p:nvSpPr>
        <p:spPr>
          <a:xfrm>
            <a:off x="454676" y="5749687"/>
            <a:ext cx="861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(Noise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Data):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heck Mark Icon SVG Vector &amp; PNG Free Download | UXWing">
            <a:extLst>
              <a:ext uri="{FF2B5EF4-FFF2-40B4-BE49-F238E27FC236}">
                <a16:creationId xmlns:a16="http://schemas.microsoft.com/office/drawing/2014/main" id="{773E4482-0564-47B4-FB27-008D71CA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674" y="5386704"/>
            <a:ext cx="365993" cy="32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470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C68E-DE1A-536C-4406-C78F364A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8924F-1FC0-5BF1-F53D-1C456AD2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EE28A8-E58D-E666-39AC-BA75F68F5013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We now can use forward process to obtain data pairs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C15EE-F1F6-ACE2-6246-C6F66069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16AA0D-A5CE-670E-48A6-32C00F09CF01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9FFF3-872B-1F32-8E32-FB1A434E8832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A2B2D8-1A58-893D-7040-651ACA46D7C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FA7095-940F-76EE-6550-D85E91C8E503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5D6AB5-71C2-B14A-0A79-5580CA13283A}"/>
              </a:ext>
            </a:extLst>
          </p:cNvPr>
          <p:cNvGrpSpPr/>
          <p:nvPr/>
        </p:nvGrpSpPr>
        <p:grpSpPr>
          <a:xfrm>
            <a:off x="84897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A0B774-5EE8-78B6-0D74-C0CB925292B2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EC61033-3C28-88D1-58E2-EB1A73879BFD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EC61033-3C28-88D1-58E2-EB1A73879B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r="-34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620EA3-F0AF-42BC-742B-24E96970CDDD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C727D2-9B54-89EE-D5B4-848D3C7252C2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DC284BF-4168-96BC-694C-A2C583AD0F89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5F94A08-0940-183D-E64F-2B1C3D1A2776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8FB27-A3F0-01B5-B61B-47162266BC26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8FB27-A3F0-01B5-B61B-47162266B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6AFD5A-AC03-C0BA-404B-6390DA902966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6AFD5A-AC03-C0BA-404B-6390DA902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A46868-3252-B7AA-4F98-5A6E98B4B03A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A46868-3252-B7AA-4F98-5A6E98B4B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6E4052-2106-66B0-A5A6-11F36ABF5770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6E4052-2106-66B0-A5A6-11F36ABF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49AAD9-0690-BE10-B7B0-D18C6452DFC9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49AAD9-0690-BE10-B7B0-D18C6452D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B9C740-FA68-A8CF-CE1E-04804B200DB0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B9C740-FA68-A8CF-CE1E-04804B20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CEC915-9CDA-6E79-A03A-43B139C99FCD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CEC915-9CDA-6E79-A03A-43B139C99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2A2E9E-E3B3-225E-CD47-E7AE88033028}"/>
                  </a:ext>
                </a:extLst>
              </p:cNvPr>
              <p:cNvSpPr txBox="1"/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2A2E9E-E3B3-225E-CD47-E7AE88033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blipFill>
                <a:blip r:embed="rId11"/>
                <a:stretch>
                  <a:fillRect l="-3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4BA44431-ED6D-1FEA-AAA0-573C804B79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0154" y="4243275"/>
            <a:ext cx="1655284" cy="7916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AB60DF-57FC-C6AB-7844-D9078F18CA91}"/>
                  </a:ext>
                </a:extLst>
              </p:cNvPr>
              <p:cNvSpPr txBox="1"/>
              <p:nvPr/>
            </p:nvSpPr>
            <p:spPr>
              <a:xfrm>
                <a:off x="7301558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AB60DF-57FC-C6AB-7844-D9078F18C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58" y="3869513"/>
                <a:ext cx="511629" cy="369332"/>
              </a:xfrm>
              <a:prstGeom prst="rect">
                <a:avLst/>
              </a:prstGeom>
              <a:blipFill>
                <a:blip r:embed="rId1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2A7587C-AEFE-B2D9-7424-4C1192F6C4CE}"/>
                  </a:ext>
                </a:extLst>
              </p:cNvPr>
              <p:cNvSpPr txBox="1"/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2A7587C-AEFE-B2D9-7424-4C1192F6C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197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9776-B782-190F-1CD4-3DF49844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AF040-3731-D4DE-0E34-FA1316F9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44A74-2C93-6B32-6BEA-23891672CDAD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5AD154B-6F12-5F63-E2FE-9EBC1CA0704A}"/>
              </a:ext>
            </a:extLst>
          </p:cNvPr>
          <p:cNvSpPr txBox="1"/>
          <p:nvPr/>
        </p:nvSpPr>
        <p:spPr>
          <a:xfrm>
            <a:off x="187777" y="1613119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Introduction of Diffusion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AE4A3C3-77E6-F917-2C70-2534D3611C60}"/>
              </a:ext>
            </a:extLst>
          </p:cNvPr>
          <p:cNvSpPr txBox="1"/>
          <p:nvPr/>
        </p:nvSpPr>
        <p:spPr>
          <a:xfrm>
            <a:off x="187777" y="3202613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 of Diffusion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5F3A4336-6D33-BAC1-A925-D74CA12B009E}"/>
                  </a:ext>
                </a:extLst>
              </p:cNvPr>
              <p:cNvSpPr txBox="1"/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process of Diffusion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one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5F3A4336-6D33-BAC1-A925-D74CA12B0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blipFill>
                <a:blip r:embed="rId2"/>
                <a:stretch>
                  <a:fillRect l="-673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281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9DBA-8D8F-948D-96C1-21F146B2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F79F5-95F5-EBD6-ACA1-5FAC9857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BC0FA7-2F90-128D-9A1A-77214C3E474E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A31BE-6FFC-EFC4-D558-528AB692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44CF2A-0FC3-6192-78F2-93ED5536AEEA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38E33-8578-D011-822A-BD9C3A36C99F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56D0A-7ADB-B9C1-56BF-1C12D745A11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1D9E0E-1897-FA44-90AE-BAE28C0A75BB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15580D-6953-43EF-9F21-0FB1D1C74CFB}"/>
              </a:ext>
            </a:extLst>
          </p:cNvPr>
          <p:cNvGrpSpPr/>
          <p:nvPr/>
        </p:nvGrpSpPr>
        <p:grpSpPr>
          <a:xfrm>
            <a:off x="84897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CDF6DE3-36F2-6BE1-019E-11B6A80387AA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E9A26A1-52D8-CF2C-07F6-05467CA4D728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E9A26A1-52D8-CF2C-07F6-05467CA4D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r="-34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D0755F-378B-4A7F-4730-E2135A8166D9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453E48-F6BB-7352-970E-D9ABD65F5C64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CD8F347-B17A-AC96-98D5-CE5621E30837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10E97F-C4C9-9344-49A0-1FC56C3306EE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6E9B3B-8344-082D-7DD0-F27B203EC569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6E9B3B-8344-082D-7DD0-F27B203EC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D656EF-47EC-844B-F985-BA054E0773EE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D656EF-47EC-844B-F985-BA054E077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26F36F-2124-9250-B7B7-89949868100C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26F36F-2124-9250-B7B7-89949868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F82969-9494-A88F-BC4F-739F1639B07F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F82969-9494-A88F-BC4F-739F1639B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E3F9A6-E309-D72F-D21D-929A78C414EE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E3F9A6-E309-D72F-D21D-929A78C41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0AC0937-2C87-59E6-13FD-ACAA47CC210F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0AC0937-2C87-59E6-13FD-ACAA47CC2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B024CD-5CB4-8E04-45DE-76AA3797C392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B024CD-5CB4-8E04-45DE-76AA3797C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ADC8CF-E4E9-3510-82FD-FF83D8CE7511}"/>
                  </a:ext>
                </a:extLst>
              </p:cNvPr>
              <p:cNvSpPr txBox="1"/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𝐝𝐚𝐭𝐚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0ADC8CF-E4E9-3510-82FD-FF83D8CE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blipFill>
                <a:blip r:embed="rId11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4134B016-4135-3D2C-95D9-A798C43783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0135" y="3699738"/>
            <a:ext cx="1312362" cy="1345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0B549E-9A3F-014E-B059-F42BF058B4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4349" y="5583624"/>
            <a:ext cx="743934" cy="735284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EB8AB9-79E7-735A-D720-F0F80F9DB751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8176316" y="5045536"/>
            <a:ext cx="0" cy="538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B6398B1-9FA4-EF8A-24F0-8B345A8F6DEB}"/>
              </a:ext>
            </a:extLst>
          </p:cNvPr>
          <p:cNvSpPr txBox="1"/>
          <p:nvPr/>
        </p:nvSpPr>
        <p:spPr>
          <a:xfrm>
            <a:off x="6994931" y="5097058"/>
            <a:ext cx="1458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4C982F-0E9F-7331-DE43-1D85FBAC910A}"/>
                  </a:ext>
                </a:extLst>
              </p:cNvPr>
              <p:cNvSpPr txBox="1"/>
              <p:nvPr/>
            </p:nvSpPr>
            <p:spPr>
              <a:xfrm>
                <a:off x="6289130" y="4187971"/>
                <a:ext cx="12310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data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4C982F-0E9F-7331-DE43-1D85FBAC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130" y="4187971"/>
                <a:ext cx="1231005" cy="369332"/>
              </a:xfrm>
              <a:prstGeom prst="rect">
                <a:avLst/>
              </a:prstGeom>
              <a:blipFill>
                <a:blip r:embed="rId1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688D4-1B24-79E0-BCB0-17CA8DA47636}"/>
                  </a:ext>
                </a:extLst>
              </p:cNvPr>
              <p:cNvSpPr txBox="1"/>
              <p:nvPr/>
            </p:nvSpPr>
            <p:spPr>
              <a:xfrm>
                <a:off x="6520565" y="5766600"/>
                <a:ext cx="7616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688D4-1B24-79E0-BCB0-17CA8DA47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565" y="5766600"/>
                <a:ext cx="76162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932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569E-33ED-48AE-7DD1-3722024C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E3283-F0ED-A61F-A328-1A0E78F0B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3596E8-1135-6F72-3EB7-70095BCEA94B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484359-253F-6858-EC20-04046F331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4F99D-9F8C-435A-B587-EDDB28ED6F99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0196-F9D9-AB63-64D5-D491FC5E54DC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7BFD41-D418-8987-B896-459E1F7F6E4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93CF25-692C-A0AD-0FCD-C3B4DADC6CA9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24E50B-5070-1D1A-67DB-CF0313EEA8EC}"/>
              </a:ext>
            </a:extLst>
          </p:cNvPr>
          <p:cNvGrpSpPr/>
          <p:nvPr/>
        </p:nvGrpSpPr>
        <p:grpSpPr>
          <a:xfrm>
            <a:off x="84897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236BE0-59C7-F798-E459-251D81C15E53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823B73B-4934-6B2E-1F14-E679E4964D14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823B73B-4934-6B2E-1F14-E679E4964D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r="-34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2EFF88-6393-107C-5682-6B1FF9890504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58F2E2-83DE-937B-374F-6F7EFF1B6930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BE0A85F-3E07-E434-74CC-E6EFF02A4D59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AD6690F-DA0A-49BC-B100-FCDF8C3A841A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C0A149-F862-D2BB-955D-6BDFB3808122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C0A149-F862-D2BB-955D-6BDFB3808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0458E9-FC4A-CF0F-2801-EA644F6FD31A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0458E9-FC4A-CF0F-2801-EA644F6FD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A495E9-F4C8-2E03-0F19-06C0D8F8914E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A495E9-F4C8-2E03-0F19-06C0D8F89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595F17-22D4-8B4E-3C38-29B62E0F32BC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595F17-22D4-8B4E-3C38-29B62E0F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0718C0-8574-116C-0169-2BBBF9CD7C1B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0718C0-8574-116C-0169-2BBBF9CD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E23E47-711C-194A-E763-177C2F032DDC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E23E47-711C-194A-E763-177C2F032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A5B366-1C81-401D-A4A9-715EDC1FFE53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A5B366-1C81-401D-A4A9-715EDC1FF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E253907-35FE-F07F-EF7D-7AAEDDFCD6DA}"/>
                  </a:ext>
                </a:extLst>
              </p:cNvPr>
              <p:cNvSpPr txBox="1"/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E253907-35FE-F07F-EF7D-7AAEDDFCD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blipFill>
                <a:blip r:embed="rId11"/>
                <a:stretch>
                  <a:fillRect l="-3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EF0441CF-AA11-ECF9-04D4-E965CE35B3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4349" y="4059760"/>
            <a:ext cx="743934" cy="73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9EA5F-BDE9-469D-0F9D-0F37195C09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4718" y="5521350"/>
            <a:ext cx="726317" cy="73528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FB033A-2CCF-D736-8136-AF44CDF996E9}"/>
              </a:ext>
            </a:extLst>
          </p:cNvPr>
          <p:cNvCxnSpPr>
            <a:stCxn id="28" idx="2"/>
            <a:endCxn id="5" idx="0"/>
          </p:cNvCxnSpPr>
          <p:nvPr/>
        </p:nvCxnSpPr>
        <p:spPr>
          <a:xfrm>
            <a:off x="8176316" y="4795044"/>
            <a:ext cx="11561" cy="7263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415760-E1EC-09FB-92AE-A167BD9137BE}"/>
                  </a:ext>
                </a:extLst>
              </p:cNvPr>
              <p:cNvSpPr txBox="1"/>
              <p:nvPr/>
            </p:nvSpPr>
            <p:spPr>
              <a:xfrm>
                <a:off x="7171992" y="4241046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415760-E1EC-09FB-92AE-A167BD913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992" y="4241046"/>
                <a:ext cx="5116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C6BFBB-35C5-8644-338A-D5E203808E4B}"/>
                  </a:ext>
                </a:extLst>
              </p:cNvPr>
              <p:cNvSpPr txBox="1"/>
              <p:nvPr/>
            </p:nvSpPr>
            <p:spPr>
              <a:xfrm>
                <a:off x="7292720" y="5703459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C6BFBB-35C5-8644-338A-D5E20380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720" y="5703459"/>
                <a:ext cx="511629" cy="369332"/>
              </a:xfrm>
              <a:prstGeom prst="rect">
                <a:avLst/>
              </a:prstGeom>
              <a:blipFill>
                <a:blip r:embed="rId1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741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625E-035C-5682-1600-A3EE6E83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3C9B9B-9FA8-4588-4127-A01603EE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0FD10-6FC5-B9BF-D32A-7981D74D45DF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18ACEF-8F74-764B-4CAD-0BBBDB3CF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C250E7-96FB-70F6-D801-A8D36FB7A175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10FDB-D498-3EFA-E534-7D274055A8DB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764B59-1A77-5B88-08E0-14044F79A99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3CA2C6-A19E-E9F8-0802-230F373C51B2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1AC148-CB09-CA0B-A08C-20A18C771FA0}"/>
              </a:ext>
            </a:extLst>
          </p:cNvPr>
          <p:cNvGrpSpPr/>
          <p:nvPr/>
        </p:nvGrpSpPr>
        <p:grpSpPr>
          <a:xfrm>
            <a:off x="84897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30C74C7-9352-9447-749B-C132C8A54FE5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0C055D9-F3D0-03EA-A312-90611C3329F0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0C055D9-F3D0-03EA-A312-90611C3329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r="-34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6DC3F2-5D15-D2AE-9A4F-8828B169BA70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9477D4-4069-AFE4-9904-37536DFFDE55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77CE91-4351-24B6-7061-1327CAE008EF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4A0F323-8371-6A69-7CC5-065E0ABBA2CC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FE7DE5-145D-B325-7B06-6D15C80863C5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FE7DE5-145D-B325-7B06-6D15C8086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AF5EB9-F7B8-A19A-B621-27B833E16373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AF5EB9-F7B8-A19A-B621-27B833E16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951F2-9394-C582-7FB7-D26FDC42EFB5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2951F2-9394-C582-7FB7-D26FDC42E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A55861-A168-3FAA-45C3-49C8D8BE0392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A55861-A168-3FAA-45C3-49C8D8BE0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C01773-C48D-5312-F92E-3B4ECCE13918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C01773-C48D-5312-F92E-3B4ECCE13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73937F-AE21-7FA2-1644-BA1A74BF7AA2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73937F-AE21-7FA2-1644-BA1A74BF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49E305-3F8A-D25B-4400-86B8D2055B7C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49E305-3F8A-D25B-4400-86B8D205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E22C3A-2D3D-9F05-809B-E0F41D1410AA}"/>
                  </a:ext>
                </a:extLst>
              </p:cNvPr>
              <p:cNvSpPr txBox="1"/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E22C3A-2D3D-9F05-809B-E0F41D141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" y="5356313"/>
                <a:ext cx="6388416" cy="347146"/>
              </a:xfrm>
              <a:prstGeom prst="rect">
                <a:avLst/>
              </a:prstGeom>
              <a:blipFill>
                <a:blip r:embed="rId11"/>
                <a:stretch>
                  <a:fillRect l="-3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886024-3B68-CFC9-1DCA-5CAEB1E543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4718" y="4044798"/>
            <a:ext cx="726317" cy="73528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BD8207-9879-181E-F88A-254F8F72B13B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187877" y="4780082"/>
            <a:ext cx="1476" cy="7445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A8AD85-DABD-F415-65A4-E47EDAD73B3F}"/>
                  </a:ext>
                </a:extLst>
              </p:cNvPr>
              <p:cNvSpPr txBox="1"/>
              <p:nvPr/>
            </p:nvSpPr>
            <p:spPr>
              <a:xfrm>
                <a:off x="7171992" y="4241046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A8AD85-DABD-F415-65A4-E47EDAD73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992" y="4241046"/>
                <a:ext cx="511629" cy="369332"/>
              </a:xfrm>
              <a:prstGeom prst="rect">
                <a:avLst/>
              </a:prstGeom>
              <a:blipFill>
                <a:blip r:embed="rId1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632F58-B26D-2C3B-F19B-2938E449669C}"/>
                  </a:ext>
                </a:extLst>
              </p:cNvPr>
              <p:cNvSpPr txBox="1"/>
              <p:nvPr/>
            </p:nvSpPr>
            <p:spPr>
              <a:xfrm>
                <a:off x="7292720" y="5703459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632F58-B26D-2C3B-F19B-2938E449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720" y="5703459"/>
                <a:ext cx="5116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2DE07F8-3DA0-EB60-F44A-AAF9D705AC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27670" y="5524617"/>
            <a:ext cx="723365" cy="73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91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F214-E967-2C07-5591-68B2F8BB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E9F70-8F27-8CF3-14F5-663A1448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7A831-C73B-29EE-78E9-4EDEC7697CD6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ACF56-9997-51B3-B760-CB603C92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99012A-E9FA-9158-20A2-47EFB843D2D1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3925A-922D-F524-0372-051025B0D33B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4B7BE1-58DC-FBF2-C0F6-54EC54F5E32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9AC24B-3B90-8A66-8767-F5D5A54FE68C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ED5F32-FB3F-A670-694B-B33DB5ED71DD}"/>
              </a:ext>
            </a:extLst>
          </p:cNvPr>
          <p:cNvGrpSpPr/>
          <p:nvPr/>
        </p:nvGrpSpPr>
        <p:grpSpPr>
          <a:xfrm>
            <a:off x="84897" y="3988860"/>
            <a:ext cx="4518150" cy="806184"/>
            <a:chOff x="2275102" y="4247478"/>
            <a:chExt cx="4518150" cy="8061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863924E-7D80-E223-4D33-B1641FA76F68}"/>
                </a:ext>
              </a:extLst>
            </p:cNvPr>
            <p:cNvGrpSpPr/>
            <p:nvPr/>
          </p:nvGrpSpPr>
          <p:grpSpPr>
            <a:xfrm>
              <a:off x="2275102" y="4247478"/>
              <a:ext cx="4518150" cy="806184"/>
              <a:chOff x="5202941" y="3188047"/>
              <a:chExt cx="4518150" cy="8061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2996C1E-4E6F-83C6-C31C-804982E4EA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ℱ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2996C1E-4E6F-83C6-C31C-804982E4EA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1996" y="3682351"/>
                    <a:ext cx="3719095" cy="3118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5385" r="-34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ECB28C-68E7-1739-9B89-F4B044C3C416}"/>
                  </a:ext>
                </a:extLst>
              </p:cNvPr>
              <p:cNvSpPr txBox="1"/>
              <p:nvPr/>
            </p:nvSpPr>
            <p:spPr>
              <a:xfrm>
                <a:off x="5202941" y="3188047"/>
                <a:ext cx="111002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6F1CE2-805A-7CF5-7B3E-F39E24B4D62A}"/>
                  </a:ext>
                </a:extLst>
              </p:cNvPr>
              <p:cNvSpPr txBox="1"/>
              <p:nvPr/>
            </p:nvSpPr>
            <p:spPr>
              <a:xfrm>
                <a:off x="6669835" y="3188047"/>
                <a:ext cx="14588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Ground-truth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E99C27-B988-347C-F93A-E8A4E3CCC029}"/>
                </a:ext>
              </a:extLst>
            </p:cNvPr>
            <p:cNvCxnSpPr>
              <a:endCxn id="16" idx="2"/>
            </p:cNvCxnSpPr>
            <p:nvPr/>
          </p:nvCxnSpPr>
          <p:spPr>
            <a:xfrm flipH="1" flipV="1">
              <a:off x="2830117" y="4586032"/>
              <a:ext cx="458224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AE10D3-01EE-FBEE-B7F1-AFA15F0CE428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996704" y="4586032"/>
              <a:ext cx="474703" cy="9044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7057A3-10D1-5F5D-7228-EECD50524455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7057A3-10D1-5F5D-7228-EECD50524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896FAD-0327-2678-60D6-80EB25D5C7CF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896FAD-0327-2678-60D6-80EB25D5C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3EE2DD-BC00-AFA2-F135-615703C015BE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3EE2DD-BC00-AFA2-F135-615703C0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C7FD81-E986-2BD7-40F8-5494B556672C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C7FD81-E986-2BD7-40F8-5494B5566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314B2F-F1C1-C2B9-954C-32757A1DC2C0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314B2F-F1C1-C2B9-954C-32757A1DC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0094C8-EEFD-585D-085C-DAF927DBA21F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0094C8-EEFD-585D-085C-DAF927DB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E66746-AADC-5CDC-39CF-677D614E74C0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E66746-AADC-5CDC-39CF-677D614E7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68D8E04-BD41-C560-79BD-52A9DA43F6D8}"/>
                  </a:ext>
                </a:extLst>
              </p:cNvPr>
              <p:cNvSpPr txBox="1"/>
              <p:nvPr/>
            </p:nvSpPr>
            <p:spPr>
              <a:xfrm>
                <a:off x="606515" y="5356313"/>
                <a:ext cx="7838108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68D8E04-BD41-C560-79BD-52A9DA43F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" y="5356313"/>
                <a:ext cx="7838108" cy="347146"/>
              </a:xfrm>
              <a:prstGeom prst="rect">
                <a:avLst/>
              </a:prstGeom>
              <a:blipFill>
                <a:blip r:embed="rId11"/>
                <a:stretch>
                  <a:fillRect l="-485" t="-3448" r="-162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BAD7A87-C175-A4D2-E78B-F29E2EC6EF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0154" y="4243275"/>
            <a:ext cx="1655284" cy="7916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B3B125-6DF4-C48F-5739-50974E60ECF3}"/>
                  </a:ext>
                </a:extLst>
              </p:cNvPr>
              <p:cNvSpPr txBox="1"/>
              <p:nvPr/>
            </p:nvSpPr>
            <p:spPr>
              <a:xfrm>
                <a:off x="7301558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B3B125-6DF4-C48F-5739-50974E60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58" y="3869513"/>
                <a:ext cx="511629" cy="369332"/>
              </a:xfrm>
              <a:prstGeom prst="rect">
                <a:avLst/>
              </a:prstGeom>
              <a:blipFill>
                <a:blip r:embed="rId1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2F9A16A-2753-2C96-D10D-25E68E601ECB}"/>
                  </a:ext>
                </a:extLst>
              </p:cNvPr>
              <p:cNvSpPr txBox="1"/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2F9A16A-2753-2C96-D10D-25E68E60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825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A589-B374-04BF-7B27-0FCD4FBC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94EC0-B026-B4D8-A360-B3EB1D15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A6B753-C58E-D615-496D-64EE48C1018E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820CA5-6499-F71D-F9C3-A45C1D4B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5A20B1-66F7-56F7-6DE9-FB1A5D8756F6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07EF3-8E82-3154-D7F1-0D2F86791DB9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904C92-92A8-CDEA-67E8-723EDC28D42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BF31BB-BF89-37E0-8574-06F09FBF9CBA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66CF7B-528B-7895-E4D5-1A23247AC307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66CF7B-528B-7895-E4D5-1A23247AC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0C8423-09A5-F604-6FEA-2780ADC92195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0C8423-09A5-F604-6FEA-2780ADC92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B8DF41-41B1-C2C3-F0E3-0A0584406DF7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B8DF41-41B1-C2C3-F0E3-0A0584406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B8B1AF-BF86-98D7-559A-110D5586CBF7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B8B1AF-BF86-98D7-559A-110D5586C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922D9D-83BD-D92E-BD37-79A4E91FB90C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922D9D-83BD-D92E-BD37-79A4E91FB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213B0B-EA04-C4A4-0001-802D62A2B640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213B0B-EA04-C4A4-0001-802D62A2B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E05A-0B06-D4D4-5CE0-AFBB975E117C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E05A-0B06-D4D4-5CE0-AFBB975E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F4297B8-1DA5-C8D9-C72A-1DFDFCCD4231}"/>
              </a:ext>
            </a:extLst>
          </p:cNvPr>
          <p:cNvCxnSpPr>
            <a:stCxn id="9" idx="2"/>
            <a:endCxn id="15" idx="2"/>
          </p:cNvCxnSpPr>
          <p:nvPr/>
        </p:nvCxnSpPr>
        <p:spPr>
          <a:xfrm rot="16200000" flipH="1">
            <a:off x="3581432" y="2979298"/>
            <a:ext cx="2180" cy="1077891"/>
          </a:xfrm>
          <a:prstGeom prst="curvedConnector3">
            <a:avLst>
              <a:gd name="adj1" fmla="val 1058623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18B06502-0BA8-D7BB-90DA-92CD2381AF90}"/>
              </a:ext>
            </a:extLst>
          </p:cNvPr>
          <p:cNvCxnSpPr>
            <a:cxnSpLocks/>
            <a:stCxn id="15" idx="2"/>
            <a:endCxn id="19" idx="2"/>
          </p:cNvCxnSpPr>
          <p:nvPr/>
        </p:nvCxnSpPr>
        <p:spPr>
          <a:xfrm rot="16200000" flipH="1">
            <a:off x="4637600" y="3003201"/>
            <a:ext cx="12700" cy="1032265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5A2A7BC3-A400-8637-DDB1-E36EFB5BAC09}"/>
              </a:ext>
            </a:extLst>
          </p:cNvPr>
          <p:cNvCxnSpPr>
            <a:cxnSpLocks/>
            <a:stCxn id="19" idx="2"/>
            <a:endCxn id="23" idx="2"/>
          </p:cNvCxnSpPr>
          <p:nvPr/>
        </p:nvCxnSpPr>
        <p:spPr>
          <a:xfrm rot="5400000" flipH="1" flipV="1">
            <a:off x="5677226" y="2991411"/>
            <a:ext cx="4430" cy="1051416"/>
          </a:xfrm>
          <a:prstGeom prst="curvedConnector3">
            <a:avLst>
              <a:gd name="adj1" fmla="val -51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E1816AA7-942E-404C-B4AA-3D54AF499720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6730857" y="2989196"/>
            <a:ext cx="12700" cy="1051416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E22F3740-959E-28E5-CA0C-099FCABC321A}"/>
              </a:ext>
            </a:extLst>
          </p:cNvPr>
          <p:cNvCxnSpPr>
            <a:cxnSpLocks/>
            <a:stCxn id="24" idx="2"/>
            <a:endCxn id="25" idx="2"/>
          </p:cNvCxnSpPr>
          <p:nvPr/>
        </p:nvCxnSpPr>
        <p:spPr>
          <a:xfrm rot="16200000" flipH="1">
            <a:off x="7775344" y="2996124"/>
            <a:ext cx="4430" cy="1041989"/>
          </a:xfrm>
          <a:prstGeom prst="curvedConnector3">
            <a:avLst>
              <a:gd name="adj1" fmla="val 52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785A23-EBA6-268F-A8B4-E9995283DD12}"/>
                  </a:ext>
                </a:extLst>
              </p:cNvPr>
              <p:cNvSpPr txBox="1"/>
              <p:nvPr/>
            </p:nvSpPr>
            <p:spPr>
              <a:xfrm>
                <a:off x="2963575" y="377233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785A23-EBA6-268F-A8B4-E9995283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75" y="377233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 r="-3484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CA065B-B911-349A-C99B-6F45322F3231}"/>
                  </a:ext>
                </a:extLst>
              </p:cNvPr>
              <p:cNvSpPr txBox="1"/>
              <p:nvPr/>
            </p:nvSpPr>
            <p:spPr>
              <a:xfrm>
                <a:off x="4121468" y="37766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CA065B-B911-349A-C99B-6F45322F3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468" y="3776692"/>
                <a:ext cx="819882" cy="369332"/>
              </a:xfrm>
              <a:prstGeom prst="rect">
                <a:avLst/>
              </a:prstGeom>
              <a:blipFill>
                <a:blip r:embed="rId11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41F5B3-B0BB-46D8-5CF5-60C7CB2F570D}"/>
                  </a:ext>
                </a:extLst>
              </p:cNvPr>
              <p:cNvSpPr txBox="1"/>
              <p:nvPr/>
            </p:nvSpPr>
            <p:spPr>
              <a:xfrm>
                <a:off x="5160083" y="3778613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41F5B3-B0BB-46D8-5CF5-60C7CB2F5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083" y="3778613"/>
                <a:ext cx="819882" cy="369332"/>
              </a:xfrm>
              <a:prstGeom prst="rect">
                <a:avLst/>
              </a:prstGeom>
              <a:blipFill>
                <a:blip r:embed="rId12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A43B-ECC1-A4FE-36DE-A6E8824A2E5A}"/>
                  </a:ext>
                </a:extLst>
              </p:cNvPr>
              <p:cNvSpPr txBox="1"/>
              <p:nvPr/>
            </p:nvSpPr>
            <p:spPr>
              <a:xfrm>
                <a:off x="6211499" y="37766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A43B-ECC1-A4FE-36DE-A6E8824A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99" y="3776692"/>
                <a:ext cx="819882" cy="369332"/>
              </a:xfrm>
              <a:prstGeom prst="rect">
                <a:avLst/>
              </a:prstGeom>
              <a:blipFill>
                <a:blip r:embed="rId13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37ADD89-5DAB-1C6D-AA81-6592AD7B6A24}"/>
                  </a:ext>
                </a:extLst>
              </p:cNvPr>
              <p:cNvSpPr txBox="1"/>
              <p:nvPr/>
            </p:nvSpPr>
            <p:spPr>
              <a:xfrm>
                <a:off x="7250114" y="377418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37ADD89-5DAB-1C6D-AA81-6592AD7B6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114" y="3774182"/>
                <a:ext cx="819882" cy="369332"/>
              </a:xfrm>
              <a:prstGeom prst="rect">
                <a:avLst/>
              </a:prstGeom>
              <a:blipFill>
                <a:blip r:embed="rId14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416E828E-376B-FB24-60E4-6803E915BDBF}"/>
              </a:ext>
            </a:extLst>
          </p:cNvPr>
          <p:cNvSpPr txBox="1"/>
          <p:nvPr/>
        </p:nvSpPr>
        <p:spPr>
          <a:xfrm>
            <a:off x="1602763" y="5293475"/>
            <a:ext cx="6057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generate back the original image</a:t>
            </a:r>
          </a:p>
        </p:txBody>
      </p:sp>
    </p:spTree>
    <p:extLst>
      <p:ext uri="{BB962C8B-B14F-4D97-AF65-F5344CB8AC3E}">
        <p14:creationId xmlns:p14="http://schemas.microsoft.com/office/powerpoint/2010/main" val="1272022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FC15-8F37-0138-72B0-CCA7627D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D183F2-9F9F-78C3-95DB-A6B11AEA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0ACD4-2AAA-B6FF-5C1D-0EA4F4021894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074" name="Picture 2" descr="⭐️ Diffusion Models">
            <a:extLst>
              <a:ext uri="{FF2B5EF4-FFF2-40B4-BE49-F238E27FC236}">
                <a16:creationId xmlns:a16="http://schemas.microsoft.com/office/drawing/2014/main" id="{27014924-4D67-A7DB-D7B5-85FC10C5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19" y="1224009"/>
            <a:ext cx="7767961" cy="481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2729F-E52D-7FE5-04B9-46CC694E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" y="2831730"/>
            <a:ext cx="6223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FB9007-CFDA-5EFB-90E7-9C16CEC4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375" y="2558680"/>
            <a:ext cx="558800" cy="546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B92B54-3D80-7CC5-CC49-8C47A4676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115" y="3056547"/>
            <a:ext cx="520419" cy="5416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EBCC9D-A121-FBB4-0BB8-5097476E32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708" y="3149230"/>
            <a:ext cx="622300" cy="647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2ADB45-9961-3BFF-23AD-73FC3F736E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158" y="3598208"/>
            <a:ext cx="6223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54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3FFE-E611-815B-1EA7-49880860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44F76-1FB2-A0BA-DACF-5E33A091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DE15F6-0B73-2955-4D42-9904CC7EB3EB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C6FB3-787E-7E16-77A6-AEE88902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6" y="3900666"/>
            <a:ext cx="2384085" cy="2511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6AA4A-9145-6FB9-D905-ABE5658C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1502" y="1559807"/>
            <a:ext cx="8520995" cy="12127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69E47F-8931-2B70-43C5-F12115D6086C}"/>
              </a:ext>
            </a:extLst>
          </p:cNvPr>
          <p:cNvSpPr txBox="1"/>
          <p:nvPr/>
        </p:nvSpPr>
        <p:spPr>
          <a:xfrm>
            <a:off x="311502" y="11596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347D4-E8C0-D022-8EC0-907BD13B0DFB}"/>
              </a:ext>
            </a:extLst>
          </p:cNvPr>
          <p:cNvSpPr txBox="1"/>
          <p:nvPr/>
        </p:nvSpPr>
        <p:spPr>
          <a:xfrm>
            <a:off x="7677936" y="11596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B31528-8CF0-5399-2E7F-8925867AFD71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1467421" y="13597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00C9D5-DFAB-27E8-97D5-4547C8B25F5E}"/>
              </a:ext>
            </a:extLst>
          </p:cNvPr>
          <p:cNvSpPr txBox="1"/>
          <p:nvPr/>
        </p:nvSpPr>
        <p:spPr>
          <a:xfrm>
            <a:off x="2242620" y="8596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75CA4B-ED45-DC61-162A-817BB3E79184}"/>
                  </a:ext>
                </a:extLst>
              </p:cNvPr>
              <p:cNvSpPr txBox="1"/>
              <p:nvPr/>
            </p:nvSpPr>
            <p:spPr>
              <a:xfrm>
                <a:off x="479520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75CA4B-ED45-DC61-162A-817BB3E79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284077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7E21F0-B0C6-F9D6-E588-254576A1D5D7}"/>
                  </a:ext>
                </a:extLst>
              </p:cNvPr>
              <p:cNvSpPr txBox="1"/>
              <p:nvPr/>
            </p:nvSpPr>
            <p:spPr>
              <a:xfrm>
                <a:off x="2633636" y="28430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7E21F0-B0C6-F9D6-E588-254576A1D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284302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FA1E4B-2B87-A4C2-0D20-08EBD7EAF30C}"/>
                  </a:ext>
                </a:extLst>
              </p:cNvPr>
              <p:cNvSpPr txBox="1"/>
              <p:nvPr/>
            </p:nvSpPr>
            <p:spPr>
              <a:xfrm>
                <a:off x="3711527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FA1E4B-2B87-A4C2-0D20-08EBD7EAF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28452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D18D75-BE77-438A-C1DC-7E947424C343}"/>
                  </a:ext>
                </a:extLst>
              </p:cNvPr>
              <p:cNvSpPr txBox="1"/>
              <p:nvPr/>
            </p:nvSpPr>
            <p:spPr>
              <a:xfrm>
                <a:off x="4743792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D18D75-BE77-438A-C1DC-7E947424C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284520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58B50F-F7F6-2AB2-C58A-7EC5345326C5}"/>
                  </a:ext>
                </a:extLst>
              </p:cNvPr>
              <p:cNvSpPr txBox="1"/>
              <p:nvPr/>
            </p:nvSpPr>
            <p:spPr>
              <a:xfrm>
                <a:off x="5795208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58B50F-F7F6-2AB2-C58A-7EC53453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28407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5ECC00-8866-E29A-C3A6-302087C05E8B}"/>
                  </a:ext>
                </a:extLst>
              </p:cNvPr>
              <p:cNvSpPr txBox="1"/>
              <p:nvPr/>
            </p:nvSpPr>
            <p:spPr>
              <a:xfrm>
                <a:off x="6846624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5ECC00-8866-E29A-C3A6-302087C05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284077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B7673-F13F-7FF8-78BF-99CFD1601E75}"/>
                  </a:ext>
                </a:extLst>
              </p:cNvPr>
              <p:cNvSpPr txBox="1"/>
              <p:nvPr/>
            </p:nvSpPr>
            <p:spPr>
              <a:xfrm>
                <a:off x="7888613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B7673-F13F-7FF8-78BF-99CFD160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284520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7D1F45B2-CF85-46DA-1D1B-FBE3212D3661}"/>
              </a:ext>
            </a:extLst>
          </p:cNvPr>
          <p:cNvCxnSpPr>
            <a:stCxn id="22" idx="2"/>
            <a:endCxn id="26" idx="2"/>
          </p:cNvCxnSpPr>
          <p:nvPr/>
        </p:nvCxnSpPr>
        <p:spPr>
          <a:xfrm rot="16200000" flipH="1">
            <a:off x="3581432" y="2674498"/>
            <a:ext cx="2180" cy="1077891"/>
          </a:xfrm>
          <a:prstGeom prst="curvedConnector3">
            <a:avLst>
              <a:gd name="adj1" fmla="val 1058623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9626CE4B-E464-6991-35C8-61CE6D6965E9}"/>
              </a:ext>
            </a:extLst>
          </p:cNvPr>
          <p:cNvCxnSpPr>
            <a:cxnSpLocks/>
            <a:stCxn id="26" idx="2"/>
            <a:endCxn id="27" idx="2"/>
          </p:cNvCxnSpPr>
          <p:nvPr/>
        </p:nvCxnSpPr>
        <p:spPr>
          <a:xfrm rot="16200000" flipH="1">
            <a:off x="4637600" y="2698401"/>
            <a:ext cx="12700" cy="1032265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ADBF93B2-67C9-3497-D1C9-07D03156E91A}"/>
              </a:ext>
            </a:extLst>
          </p:cNvPr>
          <p:cNvCxnSpPr>
            <a:cxnSpLocks/>
            <a:stCxn id="27" idx="2"/>
            <a:endCxn id="28" idx="2"/>
          </p:cNvCxnSpPr>
          <p:nvPr/>
        </p:nvCxnSpPr>
        <p:spPr>
          <a:xfrm rot="5400000" flipH="1" flipV="1">
            <a:off x="5677226" y="2686611"/>
            <a:ext cx="4430" cy="1051416"/>
          </a:xfrm>
          <a:prstGeom prst="curvedConnector3">
            <a:avLst>
              <a:gd name="adj1" fmla="val -51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5D54E706-39C8-1256-6596-F1EAA2046FEE}"/>
              </a:ext>
            </a:extLst>
          </p:cNvPr>
          <p:cNvCxnSpPr>
            <a:cxnSpLocks/>
            <a:stCxn id="28" idx="2"/>
            <a:endCxn id="30" idx="2"/>
          </p:cNvCxnSpPr>
          <p:nvPr/>
        </p:nvCxnSpPr>
        <p:spPr>
          <a:xfrm rot="16200000" flipH="1">
            <a:off x="6730857" y="2684396"/>
            <a:ext cx="12700" cy="1051416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300B8EB5-0038-5F7A-4B4C-91F5BF712048}"/>
              </a:ext>
            </a:extLst>
          </p:cNvPr>
          <p:cNvCxnSpPr>
            <a:cxnSpLocks/>
            <a:stCxn id="30" idx="2"/>
            <a:endCxn id="31" idx="2"/>
          </p:cNvCxnSpPr>
          <p:nvPr/>
        </p:nvCxnSpPr>
        <p:spPr>
          <a:xfrm rot="16200000" flipH="1">
            <a:off x="7775344" y="2691324"/>
            <a:ext cx="4430" cy="1041989"/>
          </a:xfrm>
          <a:prstGeom prst="curvedConnector3">
            <a:avLst>
              <a:gd name="adj1" fmla="val 52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41F75F-5F3F-D96C-EBEF-E1221A9A3335}"/>
                  </a:ext>
                </a:extLst>
              </p:cNvPr>
              <p:cNvSpPr txBox="1"/>
              <p:nvPr/>
            </p:nvSpPr>
            <p:spPr>
              <a:xfrm>
                <a:off x="2963575" y="346753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41F75F-5F3F-D96C-EBEF-E1221A9A3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75" y="3467532"/>
                <a:ext cx="819882" cy="369332"/>
              </a:xfrm>
              <a:prstGeom prst="rect">
                <a:avLst/>
              </a:prstGeom>
              <a:blipFill>
                <a:blip r:embed="rId11"/>
                <a:stretch>
                  <a:fillRect r="-3484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A44140-245C-39D0-5103-378EB1F959C4}"/>
                  </a:ext>
                </a:extLst>
              </p:cNvPr>
              <p:cNvSpPr txBox="1"/>
              <p:nvPr/>
            </p:nvSpPr>
            <p:spPr>
              <a:xfrm>
                <a:off x="4121468" y="34718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A44140-245C-39D0-5103-378EB1F95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468" y="3471892"/>
                <a:ext cx="819882" cy="369332"/>
              </a:xfrm>
              <a:prstGeom prst="rect">
                <a:avLst/>
              </a:prstGeom>
              <a:blipFill>
                <a:blip r:embed="rId12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E055316-135F-74D2-1ACD-96194B283D64}"/>
                  </a:ext>
                </a:extLst>
              </p:cNvPr>
              <p:cNvSpPr txBox="1"/>
              <p:nvPr/>
            </p:nvSpPr>
            <p:spPr>
              <a:xfrm>
                <a:off x="5160083" y="3473813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E055316-135F-74D2-1ACD-96194B283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083" y="3473813"/>
                <a:ext cx="819882" cy="369332"/>
              </a:xfrm>
              <a:prstGeom prst="rect">
                <a:avLst/>
              </a:prstGeom>
              <a:blipFill>
                <a:blip r:embed="rId13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CF4C471-0B5B-C15F-6425-5AB67ED63AA6}"/>
                  </a:ext>
                </a:extLst>
              </p:cNvPr>
              <p:cNvSpPr txBox="1"/>
              <p:nvPr/>
            </p:nvSpPr>
            <p:spPr>
              <a:xfrm>
                <a:off x="6211499" y="34718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CF4C471-0B5B-C15F-6425-5AB67ED63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99" y="3471892"/>
                <a:ext cx="819882" cy="369332"/>
              </a:xfrm>
              <a:prstGeom prst="rect">
                <a:avLst/>
              </a:prstGeom>
              <a:blipFill>
                <a:blip r:embed="rId14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8A9645-4436-3999-D486-AA230BE5EBBD}"/>
                  </a:ext>
                </a:extLst>
              </p:cNvPr>
              <p:cNvSpPr txBox="1"/>
              <p:nvPr/>
            </p:nvSpPr>
            <p:spPr>
              <a:xfrm>
                <a:off x="7250114" y="346938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8A9645-4436-3999-D486-AA230BE5E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114" y="3469382"/>
                <a:ext cx="819882" cy="369332"/>
              </a:xfrm>
              <a:prstGeom prst="rect">
                <a:avLst/>
              </a:prstGeom>
              <a:blipFill>
                <a:blip r:embed="rId15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64DB51F-7C3B-CD4B-DAA7-9F3DC1488D80}"/>
                  </a:ext>
                </a:extLst>
              </p:cNvPr>
              <p:cNvSpPr txBox="1"/>
              <p:nvPr/>
            </p:nvSpPr>
            <p:spPr>
              <a:xfrm>
                <a:off x="2733152" y="5028247"/>
                <a:ext cx="6124112" cy="2699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64DB51F-7C3B-CD4B-DAA7-9F3DC1488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152" y="5028247"/>
                <a:ext cx="6124112" cy="269946"/>
              </a:xfrm>
              <a:prstGeom prst="rect">
                <a:avLst/>
              </a:prstGeom>
              <a:blipFill>
                <a:blip r:embed="rId16"/>
                <a:stretch>
                  <a:fillRect l="-414"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77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B1F2-7B68-33CF-30F2-4179C33E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024800-7182-9DC4-5AAD-72880793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B7883D-5E67-07D8-AE0D-498F8B426403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D07F2-B9FC-3FF4-B66E-7D6D18BE8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559807"/>
            <a:ext cx="8520995" cy="12127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F74E7C-281A-06D5-10C8-474D1456A9C9}"/>
              </a:ext>
            </a:extLst>
          </p:cNvPr>
          <p:cNvSpPr txBox="1"/>
          <p:nvPr/>
        </p:nvSpPr>
        <p:spPr>
          <a:xfrm>
            <a:off x="311502" y="11596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61CBE-36FC-6BFE-2105-81C1083175A8}"/>
              </a:ext>
            </a:extLst>
          </p:cNvPr>
          <p:cNvSpPr txBox="1"/>
          <p:nvPr/>
        </p:nvSpPr>
        <p:spPr>
          <a:xfrm>
            <a:off x="7677936" y="11596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3BE8FB-180A-C90B-C211-1C45D9881425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1467421" y="13597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3BF32B-8B29-06B4-1869-005FB1B60C32}"/>
              </a:ext>
            </a:extLst>
          </p:cNvPr>
          <p:cNvSpPr txBox="1"/>
          <p:nvPr/>
        </p:nvSpPr>
        <p:spPr>
          <a:xfrm>
            <a:off x="2242620" y="8596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FE711B-B0BC-8E9C-C3B3-1B6517B36F7A}"/>
                  </a:ext>
                </a:extLst>
              </p:cNvPr>
              <p:cNvSpPr txBox="1"/>
              <p:nvPr/>
            </p:nvSpPr>
            <p:spPr>
              <a:xfrm>
                <a:off x="479520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FE711B-B0BC-8E9C-C3B3-1B6517B36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2840772"/>
                <a:ext cx="8198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4BD902-B148-DA0E-10CD-9701B76F6D4A}"/>
                  </a:ext>
                </a:extLst>
              </p:cNvPr>
              <p:cNvSpPr txBox="1"/>
              <p:nvPr/>
            </p:nvSpPr>
            <p:spPr>
              <a:xfrm>
                <a:off x="2633636" y="28430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4BD902-B148-DA0E-10CD-9701B76F6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284302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B3E6E4-6AB1-00E2-35F6-2757FFD54B7F}"/>
                  </a:ext>
                </a:extLst>
              </p:cNvPr>
              <p:cNvSpPr txBox="1"/>
              <p:nvPr/>
            </p:nvSpPr>
            <p:spPr>
              <a:xfrm>
                <a:off x="3711527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B3E6E4-6AB1-00E2-35F6-2757FFD54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284520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C6B519-FF0F-449F-73BA-D38326854304}"/>
                  </a:ext>
                </a:extLst>
              </p:cNvPr>
              <p:cNvSpPr txBox="1"/>
              <p:nvPr/>
            </p:nvSpPr>
            <p:spPr>
              <a:xfrm>
                <a:off x="4743792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C6B519-FF0F-449F-73BA-D38326854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28452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A54208-B5ED-2EB2-D877-2E74BE5A8C1E}"/>
                  </a:ext>
                </a:extLst>
              </p:cNvPr>
              <p:cNvSpPr txBox="1"/>
              <p:nvPr/>
            </p:nvSpPr>
            <p:spPr>
              <a:xfrm>
                <a:off x="5795208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A54208-B5ED-2EB2-D877-2E74BE5A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284077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5C2259E-2631-617A-DA61-6D504E76100F}"/>
                  </a:ext>
                </a:extLst>
              </p:cNvPr>
              <p:cNvSpPr txBox="1"/>
              <p:nvPr/>
            </p:nvSpPr>
            <p:spPr>
              <a:xfrm>
                <a:off x="6846624" y="28407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5C2259E-2631-617A-DA61-6D504E761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28407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20346C-0883-9CEA-C5CD-F2DC3005DB42}"/>
                  </a:ext>
                </a:extLst>
              </p:cNvPr>
              <p:cNvSpPr txBox="1"/>
              <p:nvPr/>
            </p:nvSpPr>
            <p:spPr>
              <a:xfrm>
                <a:off x="7888613" y="28452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20346C-0883-9CEA-C5CD-F2DC3005D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284520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E9135F5F-A094-D318-95FD-570CD89B6E25}"/>
              </a:ext>
            </a:extLst>
          </p:cNvPr>
          <p:cNvCxnSpPr>
            <a:stCxn id="22" idx="2"/>
            <a:endCxn id="26" idx="2"/>
          </p:cNvCxnSpPr>
          <p:nvPr/>
        </p:nvCxnSpPr>
        <p:spPr>
          <a:xfrm rot="16200000" flipH="1">
            <a:off x="3581432" y="2674498"/>
            <a:ext cx="2180" cy="1077891"/>
          </a:xfrm>
          <a:prstGeom prst="curvedConnector3">
            <a:avLst>
              <a:gd name="adj1" fmla="val 1058623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917D799A-C808-4009-28C5-F50940B1391F}"/>
              </a:ext>
            </a:extLst>
          </p:cNvPr>
          <p:cNvCxnSpPr>
            <a:cxnSpLocks/>
            <a:stCxn id="26" idx="2"/>
            <a:endCxn id="27" idx="2"/>
          </p:cNvCxnSpPr>
          <p:nvPr/>
        </p:nvCxnSpPr>
        <p:spPr>
          <a:xfrm rot="16200000" flipH="1">
            <a:off x="4637600" y="2698401"/>
            <a:ext cx="12700" cy="1032265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29ADBF2D-97BD-6B1D-68C6-FBB5456A8AD1}"/>
              </a:ext>
            </a:extLst>
          </p:cNvPr>
          <p:cNvCxnSpPr>
            <a:cxnSpLocks/>
            <a:stCxn id="27" idx="2"/>
            <a:endCxn id="28" idx="2"/>
          </p:cNvCxnSpPr>
          <p:nvPr/>
        </p:nvCxnSpPr>
        <p:spPr>
          <a:xfrm rot="5400000" flipH="1" flipV="1">
            <a:off x="5677226" y="2686611"/>
            <a:ext cx="4430" cy="1051416"/>
          </a:xfrm>
          <a:prstGeom prst="curvedConnector3">
            <a:avLst>
              <a:gd name="adj1" fmla="val -51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E3C529DC-4991-02F8-2931-48012612CFBF}"/>
              </a:ext>
            </a:extLst>
          </p:cNvPr>
          <p:cNvCxnSpPr>
            <a:cxnSpLocks/>
            <a:stCxn id="28" idx="2"/>
            <a:endCxn id="30" idx="2"/>
          </p:cNvCxnSpPr>
          <p:nvPr/>
        </p:nvCxnSpPr>
        <p:spPr>
          <a:xfrm rot="16200000" flipH="1">
            <a:off x="6730857" y="2684396"/>
            <a:ext cx="12700" cy="1051416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B3E8D41C-9724-D488-976E-4DE1639F33A0}"/>
              </a:ext>
            </a:extLst>
          </p:cNvPr>
          <p:cNvCxnSpPr>
            <a:cxnSpLocks/>
            <a:stCxn id="30" idx="2"/>
            <a:endCxn id="31" idx="2"/>
          </p:cNvCxnSpPr>
          <p:nvPr/>
        </p:nvCxnSpPr>
        <p:spPr>
          <a:xfrm rot="16200000" flipH="1">
            <a:off x="7775344" y="2691324"/>
            <a:ext cx="4430" cy="1041989"/>
          </a:xfrm>
          <a:prstGeom prst="curvedConnector3">
            <a:avLst>
              <a:gd name="adj1" fmla="val 52602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448CBB-F0A9-DC7D-460D-DE6D6713AC87}"/>
                  </a:ext>
                </a:extLst>
              </p:cNvPr>
              <p:cNvSpPr txBox="1"/>
              <p:nvPr/>
            </p:nvSpPr>
            <p:spPr>
              <a:xfrm>
                <a:off x="2963575" y="346753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448CBB-F0A9-DC7D-460D-DE6D6713A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75" y="3467532"/>
                <a:ext cx="819882" cy="369332"/>
              </a:xfrm>
              <a:prstGeom prst="rect">
                <a:avLst/>
              </a:prstGeom>
              <a:blipFill>
                <a:blip r:embed="rId10"/>
                <a:stretch>
                  <a:fillRect r="-3484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F6ED9C-391A-4C42-E37D-E8B066D3ED6F}"/>
                  </a:ext>
                </a:extLst>
              </p:cNvPr>
              <p:cNvSpPr txBox="1"/>
              <p:nvPr/>
            </p:nvSpPr>
            <p:spPr>
              <a:xfrm>
                <a:off x="4121468" y="34718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F6ED9C-391A-4C42-E37D-E8B066D3E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468" y="3471892"/>
                <a:ext cx="819882" cy="369332"/>
              </a:xfrm>
              <a:prstGeom prst="rect">
                <a:avLst/>
              </a:prstGeom>
              <a:blipFill>
                <a:blip r:embed="rId11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02DE84-BA18-22B5-1948-B3890C6FD3A4}"/>
                  </a:ext>
                </a:extLst>
              </p:cNvPr>
              <p:cNvSpPr txBox="1"/>
              <p:nvPr/>
            </p:nvSpPr>
            <p:spPr>
              <a:xfrm>
                <a:off x="5160083" y="3473813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02DE84-BA18-22B5-1948-B3890C6FD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083" y="3473813"/>
                <a:ext cx="819882" cy="369332"/>
              </a:xfrm>
              <a:prstGeom prst="rect">
                <a:avLst/>
              </a:prstGeom>
              <a:blipFill>
                <a:blip r:embed="rId12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0C5F30B-3E90-CA8A-7BF5-2271079FED93}"/>
                  </a:ext>
                </a:extLst>
              </p:cNvPr>
              <p:cNvSpPr txBox="1"/>
              <p:nvPr/>
            </p:nvSpPr>
            <p:spPr>
              <a:xfrm>
                <a:off x="6211499" y="347189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0C5F30B-3E90-CA8A-7BF5-2271079FE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99" y="3471892"/>
                <a:ext cx="819882" cy="369332"/>
              </a:xfrm>
              <a:prstGeom prst="rect">
                <a:avLst/>
              </a:prstGeom>
              <a:blipFill>
                <a:blip r:embed="rId13"/>
                <a:stretch>
                  <a:fillRect r="-3538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0A5DC5-2BF9-77E8-3663-FF448EFFE32E}"/>
                  </a:ext>
                </a:extLst>
              </p:cNvPr>
              <p:cNvSpPr txBox="1"/>
              <p:nvPr/>
            </p:nvSpPr>
            <p:spPr>
              <a:xfrm>
                <a:off x="7250114" y="346938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0A5DC5-2BF9-77E8-3663-FF448EFFE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114" y="3469382"/>
                <a:ext cx="819882" cy="369332"/>
              </a:xfrm>
              <a:prstGeom prst="rect">
                <a:avLst/>
              </a:prstGeom>
              <a:blipFill>
                <a:blip r:embed="rId14"/>
                <a:stretch>
                  <a:fillRect r="-348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D89211-D033-E455-81E3-BB91736A446F}"/>
                  </a:ext>
                </a:extLst>
              </p:cNvPr>
              <p:cNvSpPr txBox="1"/>
              <p:nvPr/>
            </p:nvSpPr>
            <p:spPr>
              <a:xfrm>
                <a:off x="1423878" y="4110715"/>
                <a:ext cx="6124112" cy="2699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D89211-D033-E455-81E3-BB91736A4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78" y="4110715"/>
                <a:ext cx="6124112" cy="269946"/>
              </a:xfrm>
              <a:prstGeom prst="rect">
                <a:avLst/>
              </a:prstGeom>
              <a:blipFill>
                <a:blip r:embed="rId15"/>
                <a:stretch>
                  <a:fillRect l="-41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E6EAD0D9-1B58-7507-83E7-C502D3156BCD}"/>
              </a:ext>
            </a:extLst>
          </p:cNvPr>
          <p:cNvGrpSpPr/>
          <p:nvPr/>
        </p:nvGrpSpPr>
        <p:grpSpPr>
          <a:xfrm>
            <a:off x="344268" y="4311948"/>
            <a:ext cx="2097091" cy="2077154"/>
            <a:chOff x="373128" y="2630842"/>
            <a:chExt cx="3733910" cy="369840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DB21668-DCB0-F655-B7E5-03704C9C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0308" y="3225607"/>
              <a:ext cx="3696730" cy="310364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4FAC182-128E-59DE-D83A-DFDCBF2BD62D}"/>
                    </a:ext>
                  </a:extLst>
                </p:cNvPr>
                <p:cNvSpPr txBox="1"/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4FAC182-128E-59DE-D83A-DFDCBF2BD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470CF21-C695-C305-3BFF-27F2B5CC0F83}"/>
                    </a:ext>
                  </a:extLst>
                </p:cNvPr>
                <p:cNvSpPr txBox="1"/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470CF21-C695-C305-3BFF-27F2B5CC0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blipFill>
                  <a:blip r:embed="rId18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B342EFC-1DF1-85C5-E377-189FFDFD2EA8}"/>
                    </a:ext>
                  </a:extLst>
                </p:cNvPr>
                <p:cNvSpPr txBox="1"/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B342EFC-1DF1-85C5-E377-189FFDFD2E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blipFill>
                  <a:blip r:embed="rId19"/>
                  <a:stretch>
                    <a:fillRect r="-26316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AB1FF15-6A7D-1D97-EA00-B95CC67BD1A7}"/>
                    </a:ext>
                  </a:extLst>
                </p:cNvPr>
                <p:cNvSpPr txBox="1"/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AB1FF15-6A7D-1D97-EA00-B95CC67BD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blipFill>
                  <a:blip r:embed="rId20"/>
                  <a:stretch>
                    <a:fillRect r="-31579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4FA8CD8-C3EC-1F54-B387-7FC618F8A5B1}"/>
                    </a:ext>
                  </a:extLst>
                </p:cNvPr>
                <p:cNvSpPr txBox="1"/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4FA8CD8-C3EC-1F54-B387-7FC618F8A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blipFill>
                  <a:blip r:embed="rId21"/>
                  <a:stretch>
                    <a:fillRect r="-30000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D9EA6D8-B2DF-FDC8-09C6-3F336F73939A}"/>
                </a:ext>
              </a:extLst>
            </p:cNvPr>
            <p:cNvSpPr txBox="1"/>
            <p:nvPr/>
          </p:nvSpPr>
          <p:spPr>
            <a:xfrm>
              <a:off x="2041791" y="2632261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0418B2-9FB5-C303-CD6C-480025AEA0C8}"/>
                </a:ext>
              </a:extLst>
            </p:cNvPr>
            <p:cNvSpPr txBox="1"/>
            <p:nvPr/>
          </p:nvSpPr>
          <p:spPr>
            <a:xfrm>
              <a:off x="2732422" y="2630842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70B22A1-D1F0-0130-9C97-FE0D0FD0CC67}"/>
              </a:ext>
            </a:extLst>
          </p:cNvPr>
          <p:cNvCxnSpPr/>
          <p:nvPr/>
        </p:nvCxnSpPr>
        <p:spPr>
          <a:xfrm>
            <a:off x="311502" y="4645989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05E8878-FD6D-4A20-091E-73148336EB7C}"/>
              </a:ext>
            </a:extLst>
          </p:cNvPr>
          <p:cNvSpPr txBox="1"/>
          <p:nvPr/>
        </p:nvSpPr>
        <p:spPr>
          <a:xfrm rot="16200000">
            <a:off x="-608598" y="5348268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different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5D1BAA-4C99-97AC-7C84-0703465B4269}"/>
              </a:ext>
            </a:extLst>
          </p:cNvPr>
          <p:cNvCxnSpPr/>
          <p:nvPr/>
        </p:nvCxnSpPr>
        <p:spPr>
          <a:xfrm>
            <a:off x="2513546" y="4654867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33BB61A-74A4-D0F1-7B6C-30C153CDF776}"/>
              </a:ext>
            </a:extLst>
          </p:cNvPr>
          <p:cNvSpPr txBox="1"/>
          <p:nvPr/>
        </p:nvSpPr>
        <p:spPr>
          <a:xfrm rot="16200000">
            <a:off x="1904582" y="5348268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CBE2976-361F-5503-2412-6A0416FB82E2}"/>
              </a:ext>
            </a:extLst>
          </p:cNvPr>
          <p:cNvSpPr/>
          <p:nvPr/>
        </p:nvSpPr>
        <p:spPr>
          <a:xfrm>
            <a:off x="2215196" y="4883285"/>
            <a:ext cx="226163" cy="21400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A8C78B1-CE46-6D34-5AD9-DAED6F005528}"/>
              </a:ext>
            </a:extLst>
          </p:cNvPr>
          <p:cNvCxnSpPr>
            <a:cxnSpLocks/>
            <a:stCxn id="77" idx="0"/>
            <a:endCxn id="78" idx="0"/>
          </p:cNvCxnSpPr>
          <p:nvPr/>
        </p:nvCxnSpPr>
        <p:spPr>
          <a:xfrm rot="16200000" flipH="1">
            <a:off x="2884202" y="4327361"/>
            <a:ext cx="198774" cy="1310622"/>
          </a:xfrm>
          <a:prstGeom prst="bentConnector3">
            <a:avLst>
              <a:gd name="adj1" fmla="val -11500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A0B67D86-BE08-006B-E4E2-911EACF4CD49}"/>
              </a:ext>
            </a:extLst>
          </p:cNvPr>
          <p:cNvSpPr/>
          <p:nvPr/>
        </p:nvSpPr>
        <p:spPr>
          <a:xfrm>
            <a:off x="1985406" y="4883285"/>
            <a:ext cx="226163" cy="214009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C2C99521-4125-C70E-4C87-49272F84B2C5}"/>
              </a:ext>
            </a:extLst>
          </p:cNvPr>
          <p:cNvSpPr/>
          <p:nvPr/>
        </p:nvSpPr>
        <p:spPr>
          <a:xfrm>
            <a:off x="1981779" y="5098349"/>
            <a:ext cx="226163" cy="214009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ED172F2-EAA4-2C78-154B-5A24000D2B25}"/>
              </a:ext>
            </a:extLst>
          </p:cNvPr>
          <p:cNvGrpSpPr/>
          <p:nvPr/>
        </p:nvGrpSpPr>
        <p:grpSpPr>
          <a:xfrm>
            <a:off x="3228961" y="4431844"/>
            <a:ext cx="2353668" cy="1986786"/>
            <a:chOff x="3640142" y="4431844"/>
            <a:chExt cx="2353668" cy="1986786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3FAA601-E9E5-63A9-ABEF-A063DF6CF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640142" y="5082059"/>
              <a:ext cx="819877" cy="8700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7CF0F92-065D-A1F6-610A-0A026F6DD6C8}"/>
                    </a:ext>
                  </a:extLst>
                </p:cNvPr>
                <p:cNvSpPr txBox="1"/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7CF0F92-065D-A1F6-610A-0A026F6DD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blipFill>
                  <a:blip r:embed="rId23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E4C2715-9E2B-3D1A-1E8B-3EF155F4C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941350" y="4701292"/>
              <a:ext cx="819877" cy="819877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55EB3D0-8D3C-4E40-296C-17F5640A1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941349" y="5564598"/>
              <a:ext cx="819871" cy="85403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5699B15-DA22-7167-13F9-8B358449F9F7}"/>
                    </a:ext>
                  </a:extLst>
                </p:cNvPr>
                <p:cNvSpPr txBox="1"/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5699B15-DA22-7167-13F9-8B358449F9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blipFill>
                  <a:blip r:embed="rId26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FA4A45-F119-31F3-5D32-14417813A086}"/>
                    </a:ext>
                  </a:extLst>
                </p:cNvPr>
                <p:cNvSpPr txBox="1"/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FA4A45-F119-31F3-5D32-14417813A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blipFill>
                  <a:blip r:embed="rId27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9B432A0D-165E-96D8-67AE-00F557A8A517}"/>
                </a:ext>
              </a:extLst>
            </p:cNvPr>
            <p:cNvSpPr/>
            <p:nvPr/>
          </p:nvSpPr>
          <p:spPr>
            <a:xfrm>
              <a:off x="4959868" y="5575059"/>
              <a:ext cx="819871" cy="814043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C13CE1BB-75AD-387F-F81D-245BF45C08D1}"/>
                </a:ext>
              </a:extLst>
            </p:cNvPr>
            <p:cNvSpPr/>
            <p:nvPr/>
          </p:nvSpPr>
          <p:spPr>
            <a:xfrm>
              <a:off x="4950513" y="4713153"/>
              <a:ext cx="810707" cy="785095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E1A1EAC-5850-D0A0-40B5-AE6BA1CDCE21}"/>
                </a:ext>
              </a:extLst>
            </p:cNvPr>
            <p:cNvCxnSpPr>
              <a:stCxn id="78" idx="3"/>
              <a:endCxn id="96" idx="1"/>
            </p:cNvCxnSpPr>
            <p:nvPr/>
          </p:nvCxnSpPr>
          <p:spPr>
            <a:xfrm flipV="1">
              <a:off x="4460019" y="5105701"/>
              <a:ext cx="490494" cy="4113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3C926A1-1D9C-4B42-1E2A-9EADD33DC423}"/>
                </a:ext>
              </a:extLst>
            </p:cNvPr>
            <p:cNvCxnSpPr>
              <a:cxnSpLocks/>
              <a:stCxn id="78" idx="3"/>
              <a:endCxn id="90" idx="1"/>
            </p:cNvCxnSpPr>
            <p:nvPr/>
          </p:nvCxnSpPr>
          <p:spPr>
            <a:xfrm>
              <a:off x="4460019" y="5517096"/>
              <a:ext cx="481330" cy="474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82C847B-2010-70DF-065D-D4B79D1A74E3}"/>
                </a:ext>
              </a:extLst>
            </p:cNvPr>
            <p:cNvSpPr txBox="1"/>
            <p:nvPr/>
          </p:nvSpPr>
          <p:spPr>
            <a:xfrm>
              <a:off x="3762109" y="6129868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551C82E-0355-54FA-C843-15FA58E5F931}"/>
                </a:ext>
              </a:extLst>
            </p:cNvPr>
            <p:cNvSpPr txBox="1"/>
            <p:nvPr/>
          </p:nvSpPr>
          <p:spPr>
            <a:xfrm>
              <a:off x="4959868" y="4431844"/>
              <a:ext cx="7542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69FA56B-A25B-EF96-E3C2-F52D65D38415}"/>
                </a:ext>
              </a:extLst>
            </p:cNvPr>
            <p:cNvSpPr txBox="1"/>
            <p:nvPr/>
          </p:nvSpPr>
          <p:spPr>
            <a:xfrm rot="19110548">
              <a:off x="4353632" y="5068742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D8CC345-C83C-80D1-570C-68D4E1AF0CD5}"/>
                </a:ext>
              </a:extLst>
            </p:cNvPr>
            <p:cNvSpPr txBox="1"/>
            <p:nvPr/>
          </p:nvSpPr>
          <p:spPr>
            <a:xfrm rot="2695546">
              <a:off x="4355134" y="5694375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39AD24B-1EC8-434F-4A1B-16CD30B64C22}"/>
                  </a:ext>
                </a:extLst>
              </p:cNvPr>
              <p:cNvSpPr txBox="1"/>
              <p:nvPr/>
            </p:nvSpPr>
            <p:spPr>
              <a:xfrm>
                <a:off x="6109051" y="5313582"/>
                <a:ext cx="2599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39AD24B-1EC8-434F-4A1B-16CD30B6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1" y="5313582"/>
                <a:ext cx="2599444" cy="369332"/>
              </a:xfrm>
              <a:prstGeom prst="rect">
                <a:avLst/>
              </a:prstGeom>
              <a:blipFill>
                <a:blip r:embed="rId2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" name="Picture 108">
            <a:extLst>
              <a:ext uri="{FF2B5EF4-FFF2-40B4-BE49-F238E27FC236}">
                <a16:creationId xmlns:a16="http://schemas.microsoft.com/office/drawing/2014/main" id="{FE32E284-8416-71A5-8E6D-00B92C2CA053}"/>
              </a:ext>
            </a:extLst>
          </p:cNvPr>
          <p:cNvPicPr>
            <a:picLocks noChangeAspect="1"/>
          </p:cNvPicPr>
          <p:nvPr/>
        </p:nvPicPr>
        <p:blipFill>
          <a:blip r:embed="rId29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11" y="5937763"/>
            <a:ext cx="3242946" cy="32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53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7C3F-F40E-E032-BAB7-F0A2D503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F4844-D64F-D45B-717D-BDA84DCC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1F01D-E65F-A82A-CE71-A7D763A761BA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4C854C-7737-6271-9FF6-B76DE6029495}"/>
                  </a:ext>
                </a:extLst>
              </p:cNvPr>
              <p:cNvSpPr txBox="1"/>
              <p:nvPr/>
            </p:nvSpPr>
            <p:spPr>
              <a:xfrm>
                <a:off x="1423878" y="923377"/>
                <a:ext cx="6124112" cy="2699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04C854C-7737-6271-9FF6-B76DE6029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78" y="923377"/>
                <a:ext cx="6124112" cy="269946"/>
              </a:xfrm>
              <a:prstGeom prst="rect">
                <a:avLst/>
              </a:prstGeom>
              <a:blipFill>
                <a:blip r:embed="rId2"/>
                <a:stretch>
                  <a:fillRect l="-41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EC4CD58-DED2-89C6-E53D-50F8E4D51F32}"/>
              </a:ext>
            </a:extLst>
          </p:cNvPr>
          <p:cNvGrpSpPr/>
          <p:nvPr/>
        </p:nvGrpSpPr>
        <p:grpSpPr>
          <a:xfrm>
            <a:off x="344268" y="1124610"/>
            <a:ext cx="2097091" cy="2077154"/>
            <a:chOff x="373128" y="2630842"/>
            <a:chExt cx="3733910" cy="369840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DA1286AD-7F14-805F-428D-02130388B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308" y="3225607"/>
              <a:ext cx="3696730" cy="310364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873637B-A4CA-0F24-3F6A-A25B83FE1AB1}"/>
                    </a:ext>
                  </a:extLst>
                </p:cNvPr>
                <p:cNvSpPr txBox="1"/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873637B-A4CA-0F24-3F6A-A25B83FE1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A25EBFC-C801-F31A-12C8-97044447AC9E}"/>
                    </a:ext>
                  </a:extLst>
                </p:cNvPr>
                <p:cNvSpPr txBox="1"/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A25EBFC-C801-F31A-12C8-97044447A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8EFA07A-7023-5515-2553-95F4C54E76A4}"/>
                    </a:ext>
                  </a:extLst>
                </p:cNvPr>
                <p:cNvSpPr txBox="1"/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8EFA07A-7023-5515-2553-95F4C54E7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6316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71D8570-2C12-77FA-9686-E008E8B7ED0F}"/>
                    </a:ext>
                  </a:extLst>
                </p:cNvPr>
                <p:cNvSpPr txBox="1"/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71D8570-2C12-77FA-9686-E008E8B7E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31579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136C54C-8A50-3DDE-C8C1-5020FAE0EC71}"/>
                    </a:ext>
                  </a:extLst>
                </p:cNvPr>
                <p:cNvSpPr txBox="1"/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136C54C-8A50-3DDE-C8C1-5020FAE0E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blipFill>
                  <a:blip r:embed="rId8"/>
                  <a:stretch>
                    <a:fillRect r="-30000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41575B-CB1B-7E93-A0B3-093D892F6A17}"/>
                </a:ext>
              </a:extLst>
            </p:cNvPr>
            <p:cNvSpPr txBox="1"/>
            <p:nvPr/>
          </p:nvSpPr>
          <p:spPr>
            <a:xfrm>
              <a:off x="2041791" y="2632261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87F21B5-D769-3EC6-C32B-58D8196F3502}"/>
                </a:ext>
              </a:extLst>
            </p:cNvPr>
            <p:cNvSpPr txBox="1"/>
            <p:nvPr/>
          </p:nvSpPr>
          <p:spPr>
            <a:xfrm>
              <a:off x="2732422" y="2630842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6C5254E-A30F-BE99-2970-DD8EB964E731}"/>
              </a:ext>
            </a:extLst>
          </p:cNvPr>
          <p:cNvCxnSpPr/>
          <p:nvPr/>
        </p:nvCxnSpPr>
        <p:spPr>
          <a:xfrm>
            <a:off x="311502" y="1458651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A15CC7F-0014-835E-DDEC-EFC3A37C49CB}"/>
              </a:ext>
            </a:extLst>
          </p:cNvPr>
          <p:cNvSpPr txBox="1"/>
          <p:nvPr/>
        </p:nvSpPr>
        <p:spPr>
          <a:xfrm rot="16200000">
            <a:off x="-608598" y="2160930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different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41D7FD7-4399-7FE6-1D2F-88DD925A4E23}"/>
              </a:ext>
            </a:extLst>
          </p:cNvPr>
          <p:cNvCxnSpPr/>
          <p:nvPr/>
        </p:nvCxnSpPr>
        <p:spPr>
          <a:xfrm>
            <a:off x="2513546" y="1467529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61F8733-C153-E9FA-F65A-D440F6EAC836}"/>
              </a:ext>
            </a:extLst>
          </p:cNvPr>
          <p:cNvSpPr txBox="1"/>
          <p:nvPr/>
        </p:nvSpPr>
        <p:spPr>
          <a:xfrm rot="16200000">
            <a:off x="1904582" y="2160930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FF7BF82-CFE8-A4FD-D189-64D618DA4C84}"/>
              </a:ext>
            </a:extLst>
          </p:cNvPr>
          <p:cNvSpPr/>
          <p:nvPr/>
        </p:nvSpPr>
        <p:spPr>
          <a:xfrm>
            <a:off x="2215196" y="1695947"/>
            <a:ext cx="226163" cy="21400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5196FA7F-4FDE-C0D9-3807-9DE2C81ECA41}"/>
              </a:ext>
            </a:extLst>
          </p:cNvPr>
          <p:cNvCxnSpPr>
            <a:cxnSpLocks/>
            <a:stCxn id="77" idx="0"/>
            <a:endCxn id="78" idx="0"/>
          </p:cNvCxnSpPr>
          <p:nvPr/>
        </p:nvCxnSpPr>
        <p:spPr>
          <a:xfrm rot="16200000" flipH="1">
            <a:off x="2884202" y="1140023"/>
            <a:ext cx="198774" cy="1310622"/>
          </a:xfrm>
          <a:prstGeom prst="bentConnector3">
            <a:avLst>
              <a:gd name="adj1" fmla="val -11500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19CF8902-6007-C5E6-88AD-CFEE9E54E733}"/>
              </a:ext>
            </a:extLst>
          </p:cNvPr>
          <p:cNvSpPr/>
          <p:nvPr/>
        </p:nvSpPr>
        <p:spPr>
          <a:xfrm>
            <a:off x="1985406" y="1695947"/>
            <a:ext cx="226163" cy="214009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62C35A4E-8878-3799-DA0F-DD95AE32BD48}"/>
              </a:ext>
            </a:extLst>
          </p:cNvPr>
          <p:cNvSpPr/>
          <p:nvPr/>
        </p:nvSpPr>
        <p:spPr>
          <a:xfrm>
            <a:off x="1981779" y="1911011"/>
            <a:ext cx="226163" cy="214009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F4EFE0F-5990-F2D2-E8A7-F6207B7336BF}"/>
              </a:ext>
            </a:extLst>
          </p:cNvPr>
          <p:cNvGrpSpPr/>
          <p:nvPr/>
        </p:nvGrpSpPr>
        <p:grpSpPr>
          <a:xfrm>
            <a:off x="3228961" y="1244506"/>
            <a:ext cx="2353668" cy="1986786"/>
            <a:chOff x="3640142" y="4431844"/>
            <a:chExt cx="2353668" cy="1986786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EA9A908-8651-BEDE-7213-FC6F0A8D4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40142" y="5082059"/>
              <a:ext cx="819877" cy="8700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CAFF6A0-0A68-CBE4-0843-83F960DCACE5}"/>
                    </a:ext>
                  </a:extLst>
                </p:cNvPr>
                <p:cNvSpPr txBox="1"/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CAFF6A0-0A68-CBE4-0843-83F960DCA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2E9E6DD1-E8E4-4A2A-D268-513531C71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41350" y="4701292"/>
              <a:ext cx="819877" cy="819877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E9EC334-CDC6-3382-1853-FC9803E9B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941349" y="5564598"/>
              <a:ext cx="819871" cy="85403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4771CC7-8720-33DA-05E9-5E980A046F33}"/>
                    </a:ext>
                  </a:extLst>
                </p:cNvPr>
                <p:cNvSpPr txBox="1"/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4771CC7-8720-33DA-05E9-5E980A046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blipFill>
                  <a:blip r:embed="rId13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BF684E3-3AAA-4B82-C2D8-486C85FCBFEE}"/>
                    </a:ext>
                  </a:extLst>
                </p:cNvPr>
                <p:cNvSpPr txBox="1"/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BF684E3-3AAA-4B82-C2D8-486C85FCB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blipFill>
                  <a:blip r:embed="rId14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75BC4AAF-777C-8637-4604-AA68C272F54D}"/>
                </a:ext>
              </a:extLst>
            </p:cNvPr>
            <p:cNvSpPr/>
            <p:nvPr/>
          </p:nvSpPr>
          <p:spPr>
            <a:xfrm>
              <a:off x="4959868" y="5575059"/>
              <a:ext cx="819871" cy="814043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C397CF78-DB1E-2C98-EA52-4BC6A8E2FF4A}"/>
                </a:ext>
              </a:extLst>
            </p:cNvPr>
            <p:cNvSpPr/>
            <p:nvPr/>
          </p:nvSpPr>
          <p:spPr>
            <a:xfrm>
              <a:off x="4950513" y="4713153"/>
              <a:ext cx="810707" cy="785095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4BFA1992-C431-973F-C351-D0A47722E379}"/>
                </a:ext>
              </a:extLst>
            </p:cNvPr>
            <p:cNvCxnSpPr>
              <a:stCxn id="78" idx="3"/>
              <a:endCxn id="96" idx="1"/>
            </p:cNvCxnSpPr>
            <p:nvPr/>
          </p:nvCxnSpPr>
          <p:spPr>
            <a:xfrm flipV="1">
              <a:off x="4460019" y="5105701"/>
              <a:ext cx="490494" cy="4113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BF9F5444-577A-9167-AFF0-5D81B5E873C3}"/>
                </a:ext>
              </a:extLst>
            </p:cNvPr>
            <p:cNvCxnSpPr>
              <a:cxnSpLocks/>
              <a:stCxn id="78" idx="3"/>
              <a:endCxn id="90" idx="1"/>
            </p:cNvCxnSpPr>
            <p:nvPr/>
          </p:nvCxnSpPr>
          <p:spPr>
            <a:xfrm>
              <a:off x="4460019" y="5517096"/>
              <a:ext cx="481330" cy="474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2D6760A-3378-4B0B-2718-B8B8C0531583}"/>
                </a:ext>
              </a:extLst>
            </p:cNvPr>
            <p:cNvSpPr txBox="1"/>
            <p:nvPr/>
          </p:nvSpPr>
          <p:spPr>
            <a:xfrm>
              <a:off x="3762109" y="6129868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BAFB203-F79F-9D5C-E0F4-1972CBCF1A74}"/>
                </a:ext>
              </a:extLst>
            </p:cNvPr>
            <p:cNvSpPr txBox="1"/>
            <p:nvPr/>
          </p:nvSpPr>
          <p:spPr>
            <a:xfrm>
              <a:off x="4959868" y="4431844"/>
              <a:ext cx="7542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B4B60DB-9310-F21B-56D6-FF8B39633EA7}"/>
                </a:ext>
              </a:extLst>
            </p:cNvPr>
            <p:cNvSpPr txBox="1"/>
            <p:nvPr/>
          </p:nvSpPr>
          <p:spPr>
            <a:xfrm rot="19110548">
              <a:off x="4353632" y="5068742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3E18767-2F09-EB05-0A30-897312105476}"/>
                </a:ext>
              </a:extLst>
            </p:cNvPr>
            <p:cNvSpPr txBox="1"/>
            <p:nvPr/>
          </p:nvSpPr>
          <p:spPr>
            <a:xfrm rot="2695546">
              <a:off x="4355134" y="5694375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CB0579E-2DEE-3127-5F44-CA9FF57B4CA2}"/>
                  </a:ext>
                </a:extLst>
              </p:cNvPr>
              <p:cNvSpPr txBox="1"/>
              <p:nvPr/>
            </p:nvSpPr>
            <p:spPr>
              <a:xfrm>
                <a:off x="6109051" y="2126244"/>
                <a:ext cx="2599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CB0579E-2DEE-3127-5F44-CA9FF57B4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1" y="2126244"/>
                <a:ext cx="2599444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699F9B2-021B-D3DD-269B-66EB583138AB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5741" y="5344046"/>
            <a:ext cx="74168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1CA3D-3F8E-B0BB-1553-FB30C373E11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73300" y="4093807"/>
            <a:ext cx="4597400" cy="8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BCC34E-1DEF-F684-13A5-1E315E62673C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7447" y="3456339"/>
            <a:ext cx="1618332" cy="58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5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E316-8863-0445-C7D7-6179CB88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A4D17-A2BF-2354-F38D-20193E25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406484-1AFA-BFF0-D51E-36652B40B22A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CAD14CA-4F32-EBB1-650F-8377E55B14C3}"/>
                  </a:ext>
                </a:extLst>
              </p:cNvPr>
              <p:cNvSpPr txBox="1"/>
              <p:nvPr/>
            </p:nvSpPr>
            <p:spPr>
              <a:xfrm>
                <a:off x="1423878" y="923377"/>
                <a:ext cx="6124112" cy="2699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CAD14CA-4F32-EBB1-650F-8377E55B1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78" y="923377"/>
                <a:ext cx="6124112" cy="269946"/>
              </a:xfrm>
              <a:prstGeom prst="rect">
                <a:avLst/>
              </a:prstGeom>
              <a:blipFill>
                <a:blip r:embed="rId2"/>
                <a:stretch>
                  <a:fillRect l="-41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82055652-312D-B04F-8F20-E5E5710CC460}"/>
              </a:ext>
            </a:extLst>
          </p:cNvPr>
          <p:cNvGrpSpPr/>
          <p:nvPr/>
        </p:nvGrpSpPr>
        <p:grpSpPr>
          <a:xfrm>
            <a:off x="344268" y="1124610"/>
            <a:ext cx="2097091" cy="2077154"/>
            <a:chOff x="373128" y="2630842"/>
            <a:chExt cx="3733910" cy="369840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8E04D38-D310-C8CF-3856-BE1967EF0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308" y="3225607"/>
              <a:ext cx="3696730" cy="310364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351D6E5-CE8C-E901-86E9-14F43790C703}"/>
                    </a:ext>
                  </a:extLst>
                </p:cNvPr>
                <p:cNvSpPr txBox="1"/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351D6E5-CE8C-E901-86E9-14F43790C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7C866E5-0A03-81B5-F9A9-3325C52A052C}"/>
                    </a:ext>
                  </a:extLst>
                </p:cNvPr>
                <p:cNvSpPr txBox="1"/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7C866E5-0A03-81B5-F9A9-3325C52A0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8BD0E7E-6245-B80A-B1C6-65F193240D84}"/>
                    </a:ext>
                  </a:extLst>
                </p:cNvPr>
                <p:cNvSpPr txBox="1"/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8BD0E7E-6245-B80A-B1C6-65F193240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6316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BDDA3F3-0C9A-B6D7-A004-7842491F50FF}"/>
                    </a:ext>
                  </a:extLst>
                </p:cNvPr>
                <p:cNvSpPr txBox="1"/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BDDA3F3-0C9A-B6D7-A004-7842491F5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31579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7E125BE-8E48-BBE2-50BE-AE452A5C8833}"/>
                    </a:ext>
                  </a:extLst>
                </p:cNvPr>
                <p:cNvSpPr txBox="1"/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7E125BE-8E48-BBE2-50BE-AE452A5C8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blipFill>
                  <a:blip r:embed="rId8"/>
                  <a:stretch>
                    <a:fillRect r="-30000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075765-93DF-BAA9-FFD2-29BB48D7DA6D}"/>
                </a:ext>
              </a:extLst>
            </p:cNvPr>
            <p:cNvSpPr txBox="1"/>
            <p:nvPr/>
          </p:nvSpPr>
          <p:spPr>
            <a:xfrm>
              <a:off x="2041791" y="2632261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E2588A6-0D13-EC0C-20F9-3A423E2F8F3D}"/>
                </a:ext>
              </a:extLst>
            </p:cNvPr>
            <p:cNvSpPr txBox="1"/>
            <p:nvPr/>
          </p:nvSpPr>
          <p:spPr>
            <a:xfrm>
              <a:off x="2732422" y="2630842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8767B42-300A-42C8-B466-94F5E068B247}"/>
              </a:ext>
            </a:extLst>
          </p:cNvPr>
          <p:cNvCxnSpPr/>
          <p:nvPr/>
        </p:nvCxnSpPr>
        <p:spPr>
          <a:xfrm>
            <a:off x="311502" y="1458651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797B15E-636F-118D-0677-26E1A10A9BC2}"/>
              </a:ext>
            </a:extLst>
          </p:cNvPr>
          <p:cNvSpPr txBox="1"/>
          <p:nvPr/>
        </p:nvSpPr>
        <p:spPr>
          <a:xfrm rot="16200000">
            <a:off x="-608598" y="2160930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different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60A6798-E544-DB7D-B58A-EF25C8095810}"/>
              </a:ext>
            </a:extLst>
          </p:cNvPr>
          <p:cNvCxnSpPr/>
          <p:nvPr/>
        </p:nvCxnSpPr>
        <p:spPr>
          <a:xfrm>
            <a:off x="2513546" y="1467529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D2C30D5-0774-169C-C969-7751BAC29BC2}"/>
              </a:ext>
            </a:extLst>
          </p:cNvPr>
          <p:cNvSpPr txBox="1"/>
          <p:nvPr/>
        </p:nvSpPr>
        <p:spPr>
          <a:xfrm rot="16200000">
            <a:off x="1904582" y="2160930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F232D26-8CAB-BFCD-4B97-8DF861932ABC}"/>
              </a:ext>
            </a:extLst>
          </p:cNvPr>
          <p:cNvSpPr/>
          <p:nvPr/>
        </p:nvSpPr>
        <p:spPr>
          <a:xfrm>
            <a:off x="2215196" y="1695947"/>
            <a:ext cx="226163" cy="21400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575C0F1-24F1-9B44-0F64-D3E487193806}"/>
              </a:ext>
            </a:extLst>
          </p:cNvPr>
          <p:cNvCxnSpPr>
            <a:cxnSpLocks/>
            <a:stCxn id="77" idx="0"/>
            <a:endCxn id="78" idx="0"/>
          </p:cNvCxnSpPr>
          <p:nvPr/>
        </p:nvCxnSpPr>
        <p:spPr>
          <a:xfrm rot="16200000" flipH="1">
            <a:off x="2884202" y="1140023"/>
            <a:ext cx="198774" cy="1310622"/>
          </a:xfrm>
          <a:prstGeom prst="bentConnector3">
            <a:avLst>
              <a:gd name="adj1" fmla="val -11500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BC7B273B-6165-EFC5-E595-49751BD66F03}"/>
              </a:ext>
            </a:extLst>
          </p:cNvPr>
          <p:cNvSpPr/>
          <p:nvPr/>
        </p:nvSpPr>
        <p:spPr>
          <a:xfrm>
            <a:off x="1985406" y="1695947"/>
            <a:ext cx="226163" cy="214009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8AF425CB-C1D7-5E8A-651B-D2F27C5D5169}"/>
              </a:ext>
            </a:extLst>
          </p:cNvPr>
          <p:cNvSpPr/>
          <p:nvPr/>
        </p:nvSpPr>
        <p:spPr>
          <a:xfrm>
            <a:off x="1981779" y="1911011"/>
            <a:ext cx="226163" cy="214009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B67DB69-6F85-C904-DD9C-56AD385F479C}"/>
              </a:ext>
            </a:extLst>
          </p:cNvPr>
          <p:cNvGrpSpPr/>
          <p:nvPr/>
        </p:nvGrpSpPr>
        <p:grpSpPr>
          <a:xfrm>
            <a:off x="3228961" y="1244506"/>
            <a:ext cx="2353668" cy="1986786"/>
            <a:chOff x="3640142" y="4431844"/>
            <a:chExt cx="2353668" cy="1986786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B02F969-6BAE-2F8F-0509-BF512F765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40142" y="5082059"/>
              <a:ext cx="819877" cy="8700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6E994D3-FD3A-7941-2F92-E6808127D28F}"/>
                    </a:ext>
                  </a:extLst>
                </p:cNvPr>
                <p:cNvSpPr txBox="1"/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6E994D3-FD3A-7941-2F92-E6808127D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58942CB-582A-D869-E5C1-A0D74AC5D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41350" y="4701292"/>
              <a:ext cx="819877" cy="819877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EE48BE5-C8EF-6441-88A5-49A4B91B6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941349" y="5564598"/>
              <a:ext cx="819871" cy="85403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03769B0-A176-211C-B1C0-79C59D733C4D}"/>
                    </a:ext>
                  </a:extLst>
                </p:cNvPr>
                <p:cNvSpPr txBox="1"/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03769B0-A176-211C-B1C0-79C59D733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blipFill>
                  <a:blip r:embed="rId13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E43F37B-A7BB-51E5-DC81-43125239E82C}"/>
                    </a:ext>
                  </a:extLst>
                </p:cNvPr>
                <p:cNvSpPr txBox="1"/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CE43F37B-A7BB-51E5-DC81-43125239E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blipFill>
                  <a:blip r:embed="rId14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A48ED2ED-1749-7E55-CD13-6D1CBC061F69}"/>
                </a:ext>
              </a:extLst>
            </p:cNvPr>
            <p:cNvSpPr/>
            <p:nvPr/>
          </p:nvSpPr>
          <p:spPr>
            <a:xfrm>
              <a:off x="4959868" y="5575059"/>
              <a:ext cx="819871" cy="814043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C4175F4E-4E7C-A84A-98ED-BC90B559A93D}"/>
                </a:ext>
              </a:extLst>
            </p:cNvPr>
            <p:cNvSpPr/>
            <p:nvPr/>
          </p:nvSpPr>
          <p:spPr>
            <a:xfrm>
              <a:off x="4950513" y="4713153"/>
              <a:ext cx="810707" cy="785095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9E801E4-54C4-11F1-CA78-00D4F11B3734}"/>
                </a:ext>
              </a:extLst>
            </p:cNvPr>
            <p:cNvCxnSpPr>
              <a:stCxn id="78" idx="3"/>
              <a:endCxn id="96" idx="1"/>
            </p:cNvCxnSpPr>
            <p:nvPr/>
          </p:nvCxnSpPr>
          <p:spPr>
            <a:xfrm flipV="1">
              <a:off x="4460019" y="5105701"/>
              <a:ext cx="490494" cy="4113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8A62DE9E-B6F6-5BC3-2EC3-E5ED51512106}"/>
                </a:ext>
              </a:extLst>
            </p:cNvPr>
            <p:cNvCxnSpPr>
              <a:cxnSpLocks/>
              <a:stCxn id="78" idx="3"/>
              <a:endCxn id="90" idx="1"/>
            </p:cNvCxnSpPr>
            <p:nvPr/>
          </p:nvCxnSpPr>
          <p:spPr>
            <a:xfrm>
              <a:off x="4460019" y="5517096"/>
              <a:ext cx="481330" cy="474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605F53-A317-2A51-F9B5-0B6854C338B0}"/>
                </a:ext>
              </a:extLst>
            </p:cNvPr>
            <p:cNvSpPr txBox="1"/>
            <p:nvPr/>
          </p:nvSpPr>
          <p:spPr>
            <a:xfrm>
              <a:off x="3762109" y="6129868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86D3913-A211-CE73-D6B1-CAF7533CE0A1}"/>
                </a:ext>
              </a:extLst>
            </p:cNvPr>
            <p:cNvSpPr txBox="1"/>
            <p:nvPr/>
          </p:nvSpPr>
          <p:spPr>
            <a:xfrm>
              <a:off x="4959868" y="4431844"/>
              <a:ext cx="7542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56D9CFF-5747-E881-98EC-6715BEDB4F29}"/>
                </a:ext>
              </a:extLst>
            </p:cNvPr>
            <p:cNvSpPr txBox="1"/>
            <p:nvPr/>
          </p:nvSpPr>
          <p:spPr>
            <a:xfrm rot="19110548">
              <a:off x="4353632" y="5068742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6D4466-5BA7-83C2-7F0E-7D13B631DED9}"/>
                </a:ext>
              </a:extLst>
            </p:cNvPr>
            <p:cNvSpPr txBox="1"/>
            <p:nvPr/>
          </p:nvSpPr>
          <p:spPr>
            <a:xfrm rot="2695546">
              <a:off x="4355134" y="5694375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D343098-26CF-9BFF-3014-5686C03CFD95}"/>
                  </a:ext>
                </a:extLst>
              </p:cNvPr>
              <p:cNvSpPr txBox="1"/>
              <p:nvPr/>
            </p:nvSpPr>
            <p:spPr>
              <a:xfrm>
                <a:off x="6109051" y="2126244"/>
                <a:ext cx="2599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D343098-26CF-9BFF-3014-5686C03CF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1" y="2126244"/>
                <a:ext cx="2599444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A2CEFAB-1878-2777-7535-4AFA30B23FAE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5741" y="5344046"/>
            <a:ext cx="7416800" cy="86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E3E16-C560-AA08-2704-372E5DB340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73300" y="4093807"/>
            <a:ext cx="4597400" cy="8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3F9FA4-CBDC-5ABD-7FCE-3F037F0681D4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7447" y="3456339"/>
            <a:ext cx="1618332" cy="58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8A187-9318-6C93-871B-DEEBE839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6041FC-2437-D86D-7414-FAC714B3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02ED6-9743-2EEE-B72F-1F9195E5778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7AD796-5B24-4FE7-29C2-0EB47CB7A9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940" y="885983"/>
            <a:ext cx="8782219" cy="539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08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81E8-976C-B243-791F-291F6957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D4795-3C7D-9FA1-5257-DB87E457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4C29E-DCC8-063B-1DE5-60779A3C6D34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Generation -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DAF6040-A417-2F03-37B7-6830D2C40EA7}"/>
                  </a:ext>
                </a:extLst>
              </p:cNvPr>
              <p:cNvSpPr txBox="1"/>
              <p:nvPr/>
            </p:nvSpPr>
            <p:spPr>
              <a:xfrm>
                <a:off x="1423878" y="1447680"/>
                <a:ext cx="6124112" cy="2699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𝑎𝑟𝑔𝑚𝑖𝑛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sz="1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DAF6040-A417-2F03-37B7-6830D2C40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78" y="1447680"/>
                <a:ext cx="6124112" cy="269946"/>
              </a:xfrm>
              <a:prstGeom prst="rect">
                <a:avLst/>
              </a:prstGeom>
              <a:blipFill>
                <a:blip r:embed="rId2"/>
                <a:stretch>
                  <a:fillRect l="-41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3888462-B33C-5B56-8714-C60FFAEEC014}"/>
              </a:ext>
            </a:extLst>
          </p:cNvPr>
          <p:cNvGrpSpPr/>
          <p:nvPr/>
        </p:nvGrpSpPr>
        <p:grpSpPr>
          <a:xfrm>
            <a:off x="344268" y="1648913"/>
            <a:ext cx="2097091" cy="2077154"/>
            <a:chOff x="373128" y="2630842"/>
            <a:chExt cx="3733910" cy="369840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615B501-9E55-3F25-37F1-5EA06FD07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308" y="3225607"/>
              <a:ext cx="3696730" cy="310364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8947EEA-C8B1-8154-BA9B-07FCBC10A2A7}"/>
                    </a:ext>
                  </a:extLst>
                </p:cNvPr>
                <p:cNvSpPr txBox="1"/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8947EEA-C8B1-8154-BA9B-07FCBC10A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28" y="2707111"/>
                  <a:ext cx="413476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A11CEBB-9BFB-EC9E-AB68-FAE5148BABB8}"/>
                    </a:ext>
                  </a:extLst>
                </p:cNvPr>
                <p:cNvSpPr txBox="1"/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A11CEBB-9BFB-EC9E-AB68-FAE5148BA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2712305"/>
                  <a:ext cx="413476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25000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B48097A-8574-802E-CEE2-05B4651CD1D8}"/>
                    </a:ext>
                  </a:extLst>
                </p:cNvPr>
                <p:cNvSpPr txBox="1"/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B48097A-8574-802E-CEE2-05B4651CD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885" y="2717502"/>
                  <a:ext cx="413476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6316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A3FA048-FC1B-2ED8-CA3A-C3722A366FCC}"/>
                    </a:ext>
                  </a:extLst>
                </p:cNvPr>
                <p:cNvSpPr txBox="1"/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A3FA048-FC1B-2ED8-CA3A-C3722A366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5410" y="2720545"/>
                  <a:ext cx="413476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31579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9550963-E72E-2419-5F33-188435F30B2E}"/>
                    </a:ext>
                  </a:extLst>
                </p:cNvPr>
                <p:cNvSpPr txBox="1"/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9550963-E72E-2419-5F33-188435F30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8073" y="2725428"/>
                  <a:ext cx="413476" cy="307776"/>
                </a:xfrm>
                <a:prstGeom prst="rect">
                  <a:avLst/>
                </a:prstGeom>
                <a:blipFill>
                  <a:blip r:embed="rId8"/>
                  <a:stretch>
                    <a:fillRect r="-30000" b="-6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25895C-B5D5-D2DC-CE2A-6C83388616B6}"/>
                </a:ext>
              </a:extLst>
            </p:cNvPr>
            <p:cNvSpPr txBox="1"/>
            <p:nvPr/>
          </p:nvSpPr>
          <p:spPr>
            <a:xfrm>
              <a:off x="2041791" y="2632261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1FC1E0A-1237-147D-81CC-C0826DC36AD4}"/>
                </a:ext>
              </a:extLst>
            </p:cNvPr>
            <p:cNvSpPr txBox="1"/>
            <p:nvPr/>
          </p:nvSpPr>
          <p:spPr>
            <a:xfrm>
              <a:off x="2732422" y="2630842"/>
              <a:ext cx="7661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A8BFAD1-451A-16E1-AA9D-7822D3AEEC96}"/>
              </a:ext>
            </a:extLst>
          </p:cNvPr>
          <p:cNvCxnSpPr/>
          <p:nvPr/>
        </p:nvCxnSpPr>
        <p:spPr>
          <a:xfrm>
            <a:off x="311502" y="1982954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AEB63F9-B349-6936-21EE-DBC0D5BFECA4}"/>
              </a:ext>
            </a:extLst>
          </p:cNvPr>
          <p:cNvSpPr txBox="1"/>
          <p:nvPr/>
        </p:nvSpPr>
        <p:spPr>
          <a:xfrm rot="16200000">
            <a:off x="-608598" y="2685233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different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D299118-B301-FF6C-0D4B-E86AD8529FB1}"/>
              </a:ext>
            </a:extLst>
          </p:cNvPr>
          <p:cNvCxnSpPr/>
          <p:nvPr/>
        </p:nvCxnSpPr>
        <p:spPr>
          <a:xfrm>
            <a:off x="2513546" y="1991832"/>
            <a:ext cx="0" cy="1743113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86DA175-6BC7-BDA8-DE4E-E0CA2F0E9BF6}"/>
              </a:ext>
            </a:extLst>
          </p:cNvPr>
          <p:cNvSpPr txBox="1"/>
          <p:nvPr/>
        </p:nvSpPr>
        <p:spPr>
          <a:xfrm rot="16200000">
            <a:off x="1904582" y="2685233"/>
            <a:ext cx="1501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5E0F65F-EF66-4BF1-0E5A-6802741AACCE}"/>
              </a:ext>
            </a:extLst>
          </p:cNvPr>
          <p:cNvSpPr/>
          <p:nvPr/>
        </p:nvSpPr>
        <p:spPr>
          <a:xfrm>
            <a:off x="2215196" y="2220250"/>
            <a:ext cx="226163" cy="214009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1555E454-8102-1F69-7868-D1277D2B7C68}"/>
              </a:ext>
            </a:extLst>
          </p:cNvPr>
          <p:cNvCxnSpPr>
            <a:cxnSpLocks/>
            <a:stCxn id="77" idx="0"/>
            <a:endCxn id="78" idx="0"/>
          </p:cNvCxnSpPr>
          <p:nvPr/>
        </p:nvCxnSpPr>
        <p:spPr>
          <a:xfrm rot="16200000" flipH="1">
            <a:off x="2884202" y="1664326"/>
            <a:ext cx="198774" cy="1310622"/>
          </a:xfrm>
          <a:prstGeom prst="bentConnector3">
            <a:avLst>
              <a:gd name="adj1" fmla="val -115005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57E030BA-1A3D-6B29-C4B4-3DA294AA4363}"/>
              </a:ext>
            </a:extLst>
          </p:cNvPr>
          <p:cNvSpPr/>
          <p:nvPr/>
        </p:nvSpPr>
        <p:spPr>
          <a:xfrm>
            <a:off x="1985406" y="2220250"/>
            <a:ext cx="226163" cy="214009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DA0C903F-BB38-01C8-CA3B-1AAC50756C9F}"/>
              </a:ext>
            </a:extLst>
          </p:cNvPr>
          <p:cNvSpPr/>
          <p:nvPr/>
        </p:nvSpPr>
        <p:spPr>
          <a:xfrm>
            <a:off x="1981779" y="2435314"/>
            <a:ext cx="226163" cy="214009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F7A4827-8777-B88C-3E36-751492C91E0E}"/>
              </a:ext>
            </a:extLst>
          </p:cNvPr>
          <p:cNvGrpSpPr/>
          <p:nvPr/>
        </p:nvGrpSpPr>
        <p:grpSpPr>
          <a:xfrm>
            <a:off x="3228961" y="1768809"/>
            <a:ext cx="2353668" cy="1986786"/>
            <a:chOff x="3640142" y="4431844"/>
            <a:chExt cx="2353668" cy="1986786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C1D7A529-B28E-84C6-4E0E-1558F3A74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40142" y="5082059"/>
              <a:ext cx="819877" cy="8700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5483632-5608-0C5D-FEEF-A2DA7E22CE00}"/>
                    </a:ext>
                  </a:extLst>
                </p:cNvPr>
                <p:cNvSpPr txBox="1"/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5483632-5608-0C5D-FEEF-A2DA7E22C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B1198A3-EB4A-E4D0-2611-1A01F1752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41350" y="4701292"/>
              <a:ext cx="819877" cy="819877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83F27C8-3CC4-F2D2-848B-24D3C15FA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941349" y="5564598"/>
              <a:ext cx="819871" cy="85403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C858C08-347A-E1C1-EB6B-C67881DB9645}"/>
                    </a:ext>
                  </a:extLst>
                </p:cNvPr>
                <p:cNvSpPr txBox="1"/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8C858C08-347A-E1C1-EB6B-C67881DB9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blipFill>
                  <a:blip r:embed="rId13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EA266CF-9163-6F4A-BA0E-1AADB3282F0B}"/>
                    </a:ext>
                  </a:extLst>
                </p:cNvPr>
                <p:cNvSpPr txBox="1"/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EA266CF-9163-6F4A-BA0E-1AADB3282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blipFill>
                  <a:blip r:embed="rId14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0C8D2793-9DC3-1333-2B80-F2B214B41D2C}"/>
                </a:ext>
              </a:extLst>
            </p:cNvPr>
            <p:cNvSpPr/>
            <p:nvPr/>
          </p:nvSpPr>
          <p:spPr>
            <a:xfrm>
              <a:off x="4959868" y="5575059"/>
              <a:ext cx="819871" cy="814043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AD765BCD-EAF3-7CF6-9CF1-A944097EB046}"/>
                </a:ext>
              </a:extLst>
            </p:cNvPr>
            <p:cNvSpPr/>
            <p:nvPr/>
          </p:nvSpPr>
          <p:spPr>
            <a:xfrm>
              <a:off x="4950513" y="4713153"/>
              <a:ext cx="810707" cy="785095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A3EA3D3-6AED-15C8-0110-47B7E1AD2D8C}"/>
                </a:ext>
              </a:extLst>
            </p:cNvPr>
            <p:cNvCxnSpPr>
              <a:stCxn id="78" idx="3"/>
              <a:endCxn id="96" idx="1"/>
            </p:cNvCxnSpPr>
            <p:nvPr/>
          </p:nvCxnSpPr>
          <p:spPr>
            <a:xfrm flipV="1">
              <a:off x="4460019" y="5105701"/>
              <a:ext cx="490494" cy="4113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D8CEE50C-0513-C3AB-AC0E-B95A85670CEB}"/>
                </a:ext>
              </a:extLst>
            </p:cNvPr>
            <p:cNvCxnSpPr>
              <a:cxnSpLocks/>
              <a:stCxn id="78" idx="3"/>
              <a:endCxn id="90" idx="1"/>
            </p:cNvCxnSpPr>
            <p:nvPr/>
          </p:nvCxnSpPr>
          <p:spPr>
            <a:xfrm>
              <a:off x="4460019" y="5517096"/>
              <a:ext cx="481330" cy="474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B1293C5-A46E-15A7-7708-0C8AC2F4AF78}"/>
                </a:ext>
              </a:extLst>
            </p:cNvPr>
            <p:cNvSpPr txBox="1"/>
            <p:nvPr/>
          </p:nvSpPr>
          <p:spPr>
            <a:xfrm>
              <a:off x="3762109" y="6129868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8D71E48-42B2-FDB4-D12A-AB8B6A1EB249}"/>
                </a:ext>
              </a:extLst>
            </p:cNvPr>
            <p:cNvSpPr txBox="1"/>
            <p:nvPr/>
          </p:nvSpPr>
          <p:spPr>
            <a:xfrm>
              <a:off x="4959868" y="4431844"/>
              <a:ext cx="7542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71534E9-7861-5A2E-E630-804E93703D3B}"/>
                </a:ext>
              </a:extLst>
            </p:cNvPr>
            <p:cNvSpPr txBox="1"/>
            <p:nvPr/>
          </p:nvSpPr>
          <p:spPr>
            <a:xfrm rot="19110548">
              <a:off x="4353632" y="5068742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484ABD1-27E1-29FD-163D-DF4C704FDC16}"/>
                </a:ext>
              </a:extLst>
            </p:cNvPr>
            <p:cNvSpPr txBox="1"/>
            <p:nvPr/>
          </p:nvSpPr>
          <p:spPr>
            <a:xfrm rot="2695546">
              <a:off x="4355134" y="5694375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B3BB0D1-907F-9397-2997-22B0D49004DF}"/>
                  </a:ext>
                </a:extLst>
              </p:cNvPr>
              <p:cNvSpPr txBox="1"/>
              <p:nvPr/>
            </p:nvSpPr>
            <p:spPr>
              <a:xfrm>
                <a:off x="6109051" y="2650547"/>
                <a:ext cx="25994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𝓕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B3BB0D1-907F-9397-2997-22B0D4900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51" y="2650547"/>
                <a:ext cx="2599444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2A17CE4-D7CC-84E6-E6D7-106274632162}"/>
              </a:ext>
            </a:extLst>
          </p:cNvPr>
          <p:cNvSpPr txBox="1"/>
          <p:nvPr/>
        </p:nvSpPr>
        <p:spPr>
          <a:xfrm>
            <a:off x="679679" y="4593948"/>
            <a:ext cx="7612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neural network to predict the nearly grey image</a:t>
            </a:r>
          </a:p>
        </p:txBody>
      </p:sp>
    </p:spTree>
    <p:extLst>
      <p:ext uri="{BB962C8B-B14F-4D97-AF65-F5344CB8AC3E}">
        <p14:creationId xmlns:p14="http://schemas.microsoft.com/office/powerpoint/2010/main" val="1606370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A25C-5091-DCA8-D492-0000A964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77151-1ED9-C7DE-1B34-8122778F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16A59F-BE62-3A5F-C471-F36E65BC33BC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366602-13A7-306A-A7DE-D0392FF6F9D9}"/>
              </a:ext>
            </a:extLst>
          </p:cNvPr>
          <p:cNvSpPr txBox="1"/>
          <p:nvPr/>
        </p:nvSpPr>
        <p:spPr>
          <a:xfrm>
            <a:off x="187777" y="1613119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Introduction of Diffusion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CB51256-EFA3-F380-0734-A571041468A0}"/>
              </a:ext>
            </a:extLst>
          </p:cNvPr>
          <p:cNvSpPr txBox="1"/>
          <p:nvPr/>
        </p:nvSpPr>
        <p:spPr>
          <a:xfrm>
            <a:off x="187777" y="3202613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 of Diffusion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BC282273-9045-50C2-FEB3-775F4FC8068F}"/>
                  </a:ext>
                </a:extLst>
              </p:cNvPr>
              <p:cNvSpPr txBox="1"/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process of Diffusion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</m:sub>
                    </m:sSub>
                    <m:r>
                      <a:rPr lang="en-US" altLang="zh-CN" b="1"/>
                      <m:t>→</m:t>
                    </m:r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  <m:r>
                          <a:rPr lang="en-US" altLang="zh-CN" b="1"/>
                          <m:t>−1</m:t>
                        </m:r>
                      </m:sub>
                    </m:sSub>
                  </m:oMath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one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altLang="zh-CN" b="1">
                        <a:solidFill>
                          <a:srgbClr val="C00000"/>
                        </a:solidFill>
                      </a:rPr>
                      <m:t>→</m:t>
                    </m:r>
                    <m:sSub>
                      <m:sSubPr>
                        <m:ctrlPr>
                          <a:rPr lang="en-US" altLang="zh-CN" b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</m:sub>
                    </m:sSub>
                    <m:r>
                      <a:rPr lang="en-US" altLang="zh-CN" b="1"/>
                      <m:t>→</m:t>
                    </m:r>
                    <m:r>
                      <a:rPr lang="en-US" altLang="zh-CN" b="1"/>
                      <m:t>𝜖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BC282273-9045-50C2-FEB3-775F4FC8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blipFill>
                <a:blip r:embed="rId2"/>
                <a:stretch>
                  <a:fillRect l="-673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302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A785F-DF2A-C866-01D0-430250D6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02C29-B34F-D921-C390-68E20353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EBB0A-A114-E1AC-DE72-5EAA79585103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C3C30-CF22-C1FD-6E19-B9F8975A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1502" y="1864607"/>
            <a:ext cx="8520995" cy="12127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D669CB-4EA1-314C-E462-213C41B5C621}"/>
              </a:ext>
            </a:extLst>
          </p:cNvPr>
          <p:cNvSpPr txBox="1"/>
          <p:nvPr/>
        </p:nvSpPr>
        <p:spPr>
          <a:xfrm>
            <a:off x="311502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FD480-938F-98B8-D2A2-1EE11E358FE1}"/>
              </a:ext>
            </a:extLst>
          </p:cNvPr>
          <p:cNvSpPr txBox="1"/>
          <p:nvPr/>
        </p:nvSpPr>
        <p:spPr>
          <a:xfrm>
            <a:off x="7677936" y="1464497"/>
            <a:ext cx="1155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53C9E-B173-7041-A286-CE1778395C2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467421" y="1664552"/>
            <a:ext cx="62105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9EAAC1-C4FD-23E6-F9F0-55854EC2AF8C}"/>
              </a:ext>
            </a:extLst>
          </p:cNvPr>
          <p:cNvSpPr txBox="1"/>
          <p:nvPr/>
        </p:nvSpPr>
        <p:spPr>
          <a:xfrm>
            <a:off x="2242620" y="1164415"/>
            <a:ext cx="4658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by denoising step by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ACDEAB-FBBA-1168-F1B3-66F8A6FCC38D}"/>
                  </a:ext>
                </a:extLst>
              </p:cNvPr>
              <p:cNvSpPr txBox="1"/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ACDEAB-FBBA-1168-F1B3-66F8A6FCC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20" y="3145572"/>
                <a:ext cx="8198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D2736B-C196-3900-DAE4-2D776D8C386D}"/>
                  </a:ext>
                </a:extLst>
              </p:cNvPr>
              <p:cNvSpPr txBox="1"/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D2736B-C196-3900-DAE4-2D776D8C3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36" y="3147822"/>
                <a:ext cx="819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2392EB-680F-41BC-C954-AABE023411E8}"/>
                  </a:ext>
                </a:extLst>
              </p:cNvPr>
              <p:cNvSpPr txBox="1"/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2392EB-680F-41BC-C954-AABE02341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527" y="3150002"/>
                <a:ext cx="819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8BF665-F573-8D47-CA76-67026EE5921B}"/>
                  </a:ext>
                </a:extLst>
              </p:cNvPr>
              <p:cNvSpPr txBox="1"/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8BF665-F573-8D47-CA76-67026EE59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792" y="3150002"/>
                <a:ext cx="819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2FB67F-461A-E3F6-D250-E51F1D540329}"/>
                  </a:ext>
                </a:extLst>
              </p:cNvPr>
              <p:cNvSpPr txBox="1"/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2FB67F-461A-E3F6-D250-E51F1D540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08" y="3145572"/>
                <a:ext cx="819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619E0A-BDD0-A621-FB3D-717EB746247A}"/>
                  </a:ext>
                </a:extLst>
              </p:cNvPr>
              <p:cNvSpPr txBox="1"/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619E0A-BDD0-A621-FB3D-717EB7462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24" y="3145572"/>
                <a:ext cx="8198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BDF91A-447C-436D-5414-110F185B56DD}"/>
                  </a:ext>
                </a:extLst>
              </p:cNvPr>
              <p:cNvSpPr txBox="1"/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BDF91A-447C-436D-5414-110F185B5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613" y="3150002"/>
                <a:ext cx="8198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DAE9FB-062D-EE90-78E4-8EC4FCB03637}"/>
                  </a:ext>
                </a:extLst>
              </p:cNvPr>
              <p:cNvSpPr txBox="1"/>
              <p:nvPr/>
            </p:nvSpPr>
            <p:spPr>
              <a:xfrm>
                <a:off x="309089" y="5111720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DAE9FB-062D-EE90-78E4-8EC4FCB03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9" y="5111720"/>
                <a:ext cx="6078715" cy="347146"/>
              </a:xfrm>
              <a:prstGeom prst="rect">
                <a:avLst/>
              </a:prstGeom>
              <a:blipFill>
                <a:blip r:embed="rId10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E902AC25-05AF-C3AB-11AE-150ED8D71A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0154" y="4243275"/>
            <a:ext cx="1655284" cy="7916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8F23DE-54EC-EE22-7245-F99B17505ACA}"/>
                  </a:ext>
                </a:extLst>
              </p:cNvPr>
              <p:cNvSpPr txBox="1"/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8F23DE-54EC-EE22-7245-F99B17505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02" y="3869513"/>
                <a:ext cx="51162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D30D6A33-0DDD-F080-4048-D6EBBBEEF9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8815" y="4263255"/>
            <a:ext cx="758459" cy="7739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86C578-C89D-25DD-D9D3-872E80704707}"/>
                  </a:ext>
                </a:extLst>
              </p:cNvPr>
              <p:cNvSpPr txBox="1"/>
              <p:nvPr/>
            </p:nvSpPr>
            <p:spPr>
              <a:xfrm>
                <a:off x="7272229" y="3869513"/>
                <a:ext cx="5116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86C578-C89D-25DD-D9D3-872E80704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229" y="3869513"/>
                <a:ext cx="51162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37C25346-CC60-11DA-CBE7-1B4305BF6056}"/>
              </a:ext>
            </a:extLst>
          </p:cNvPr>
          <p:cNvGrpSpPr/>
          <p:nvPr/>
        </p:nvGrpSpPr>
        <p:grpSpPr>
          <a:xfrm>
            <a:off x="84897" y="3575209"/>
            <a:ext cx="6616089" cy="1302384"/>
            <a:chOff x="84897" y="3988860"/>
            <a:chExt cx="6616089" cy="130238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95C7F2D-B14A-104D-7031-764EDB0B8287}"/>
                </a:ext>
              </a:extLst>
            </p:cNvPr>
            <p:cNvGrpSpPr/>
            <p:nvPr/>
          </p:nvGrpSpPr>
          <p:grpSpPr>
            <a:xfrm>
              <a:off x="84897" y="3988860"/>
              <a:ext cx="4518150" cy="806184"/>
              <a:chOff x="2275102" y="4247478"/>
              <a:chExt cx="4518150" cy="80618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257FCBF-62FD-9A86-1C4F-08EC29F4E12D}"/>
                  </a:ext>
                </a:extLst>
              </p:cNvPr>
              <p:cNvGrpSpPr/>
              <p:nvPr/>
            </p:nvGrpSpPr>
            <p:grpSpPr>
              <a:xfrm>
                <a:off x="2275102" y="4247478"/>
                <a:ext cx="4518150" cy="806184"/>
                <a:chOff x="5202941" y="3188047"/>
                <a:chExt cx="4518150" cy="806184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9B0724D0-C6BE-F08A-9478-ABCEB488D1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01996" y="3682351"/>
                      <a:ext cx="3719095" cy="311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ℱ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9B0724D0-C6BE-F08A-9478-ABCEB488D1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01996" y="3682351"/>
                      <a:ext cx="3719095" cy="31188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t="-19231" r="-340" b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5044CA1-B3B5-2727-D9EF-705657D1A9D0}"/>
                    </a:ext>
                  </a:extLst>
                </p:cNvPr>
                <p:cNvSpPr txBox="1"/>
                <p:nvPr/>
              </p:nvSpPr>
              <p:spPr>
                <a:xfrm>
                  <a:off x="5202941" y="3188047"/>
                  <a:ext cx="111002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Predicted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DED88BD-508F-0F21-5DC7-FD7B8E121A0C}"/>
                    </a:ext>
                  </a:extLst>
                </p:cNvPr>
                <p:cNvSpPr txBox="1"/>
                <p:nvPr/>
              </p:nvSpPr>
              <p:spPr>
                <a:xfrm>
                  <a:off x="6669835" y="3188047"/>
                  <a:ext cx="145882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Ground-truth</a:t>
                  </a:r>
                </a:p>
              </p:txBody>
            </p:sp>
          </p:grp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CE62105-EF78-2245-C2A6-36CF97606A4C}"/>
                  </a:ext>
                </a:extLst>
              </p:cNvPr>
              <p:cNvCxnSpPr>
                <a:endCxn id="16" idx="2"/>
              </p:cNvCxnSpPr>
              <p:nvPr/>
            </p:nvCxnSpPr>
            <p:spPr>
              <a:xfrm flipH="1" flipV="1">
                <a:off x="2830117" y="4586032"/>
                <a:ext cx="458224" cy="90447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4E52DA2-B27F-5C7C-A741-C27DE434D17D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 flipV="1">
                <a:off x="3996704" y="4586032"/>
                <a:ext cx="474703" cy="90447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B86B8CA-674C-2904-78F9-C508062E7313}"/>
                    </a:ext>
                  </a:extLst>
                </p:cNvPr>
                <p:cNvSpPr txBox="1"/>
                <p:nvPr/>
              </p:nvSpPr>
              <p:spPr>
                <a:xfrm>
                  <a:off x="883951" y="4979364"/>
                  <a:ext cx="3306931" cy="3118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B86B8CA-674C-2904-78F9-C508062E7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951" y="4979364"/>
                  <a:ext cx="3306931" cy="311880"/>
                </a:xfrm>
                <a:prstGeom prst="rect">
                  <a:avLst/>
                </a:prstGeom>
                <a:blipFill>
                  <a:blip r:embed="rId16"/>
                  <a:stretch>
                    <a:fillRect t="-20000" r="-383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A4AEC3-7302-45E3-2C08-29C951F4378E}"/>
                </a:ext>
              </a:extLst>
            </p:cNvPr>
            <p:cNvSpPr txBox="1"/>
            <p:nvPr/>
          </p:nvSpPr>
          <p:spPr>
            <a:xfrm>
              <a:off x="4426361" y="4814009"/>
              <a:ext cx="22746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randomness</a:t>
              </a:r>
            </a:p>
          </p:txBody>
        </p: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939AD206-D10D-5848-EE40-0607641165BB}"/>
                </a:ext>
              </a:extLst>
            </p:cNvPr>
            <p:cNvCxnSpPr>
              <a:stCxn id="14" idx="3"/>
              <a:endCxn id="5" idx="3"/>
            </p:cNvCxnSpPr>
            <p:nvPr/>
          </p:nvCxnSpPr>
          <p:spPr>
            <a:xfrm flipH="1">
              <a:off x="4190882" y="4639104"/>
              <a:ext cx="412165" cy="496200"/>
            </a:xfrm>
            <a:prstGeom prst="curvedConnector3">
              <a:avLst>
                <a:gd name="adj1" fmla="val -44144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A77DCAE-5C6B-1182-A646-D47C6245347E}"/>
              </a:ext>
            </a:extLst>
          </p:cNvPr>
          <p:cNvSpPr txBox="1"/>
          <p:nvPr/>
        </p:nvSpPr>
        <p:spPr>
          <a:xfrm>
            <a:off x="1164722" y="5890884"/>
            <a:ext cx="6464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Given this noisy image and noise level, recover the clean digit.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975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BFE0-F112-DCB1-C0D8-33170ECE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8A0F7-94C3-F790-B97C-BE00A8D3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53838-8FE8-2CF8-935F-949D50F0FF2C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9853DA-817C-C210-5F59-BA4B3D856A30}"/>
                  </a:ext>
                </a:extLst>
              </p:cNvPr>
              <p:cNvSpPr txBox="1"/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9853DA-817C-C210-5F59-BA4B3D856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F20029-9898-AE50-E898-E70F2C842FC2}"/>
                  </a:ext>
                </a:extLst>
              </p:cNvPr>
              <p:cNvSpPr txBox="1"/>
              <p:nvPr/>
            </p:nvSpPr>
            <p:spPr>
              <a:xfrm>
                <a:off x="4571999" y="1527551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F20029-9898-AE50-E898-E70F2C842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527551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E38DDD-A77E-5C09-7F4C-B2DE2CB356AB}"/>
                  </a:ext>
                </a:extLst>
              </p:cNvPr>
              <p:cNvSpPr txBox="1"/>
              <p:nvPr/>
            </p:nvSpPr>
            <p:spPr>
              <a:xfrm>
                <a:off x="2663888" y="1527551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E38DDD-A77E-5C09-7F4C-B2DE2CB35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888" y="1527551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F407B66-3081-73AC-EE68-745DB505D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706" y="1896883"/>
            <a:ext cx="5024535" cy="400557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CEA1092-2F32-D48E-B97D-174419542809}"/>
              </a:ext>
            </a:extLst>
          </p:cNvPr>
          <p:cNvSpPr txBox="1"/>
          <p:nvPr/>
        </p:nvSpPr>
        <p:spPr>
          <a:xfrm>
            <a:off x="1439579" y="6031552"/>
            <a:ext cx="5910275" cy="386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Times" pitchFamily="2" charset="0"/>
              </a:rPr>
              <a:t>Predict from later time step gives more noisy images</a:t>
            </a:r>
            <a:endParaRPr lang="en-US" b="1" dirty="0">
              <a:solidFill>
                <a:srgbClr val="C00000"/>
              </a:solidFill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914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CE5D-7481-4F21-8303-3A20EC87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8B279-5511-C08A-C6AE-A640639D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4837F-0BAE-BD1F-DA41-D1B3C7C29146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A0A141-A472-A212-F572-7473B1E0B28C}"/>
                  </a:ext>
                </a:extLst>
              </p:cNvPr>
              <p:cNvSpPr txBox="1"/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A0A141-A472-A212-F572-7473B1E0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8815A-2D34-D3DE-5CDB-6CA83DF692F1}"/>
                  </a:ext>
                </a:extLst>
              </p:cNvPr>
              <p:cNvSpPr txBox="1"/>
              <p:nvPr/>
            </p:nvSpPr>
            <p:spPr>
              <a:xfrm>
                <a:off x="2001417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8815A-2D34-D3DE-5CDB-6CA83DF69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417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1E3768-AAA2-AB40-4C84-05D0DD93A1FE}"/>
                  </a:ext>
                </a:extLst>
              </p:cNvPr>
              <p:cNvSpPr txBox="1"/>
              <p:nvPr/>
            </p:nvSpPr>
            <p:spPr>
              <a:xfrm>
                <a:off x="93306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1E3768-AAA2-AB40-4C84-05D0DD93A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6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DF71D8-F4FB-F3DF-677A-57E2CF2E1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915" y="2163522"/>
            <a:ext cx="3494679" cy="42117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5E57EB5-54BE-3C83-0303-F4CD46F20236}"/>
              </a:ext>
            </a:extLst>
          </p:cNvPr>
          <p:cNvGrpSpPr/>
          <p:nvPr/>
        </p:nvGrpSpPr>
        <p:grpSpPr>
          <a:xfrm>
            <a:off x="4661307" y="2016245"/>
            <a:ext cx="3372351" cy="2358027"/>
            <a:chOff x="4661307" y="2016245"/>
            <a:chExt cx="3372351" cy="23580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0F74AA7-2350-603A-6E24-D60F7F8C52CE}"/>
                    </a:ext>
                  </a:extLst>
                </p:cNvPr>
                <p:cNvSpPr txBox="1"/>
                <p:nvPr/>
              </p:nvSpPr>
              <p:spPr>
                <a:xfrm>
                  <a:off x="4661307" y="2296152"/>
                  <a:ext cx="337235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0F74AA7-2350-603A-6E24-D60F7F8C5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307" y="2296152"/>
                  <a:ext cx="337235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7C5A0A-3B14-5363-32F0-7AD474D687D7}"/>
                    </a:ext>
                  </a:extLst>
                </p:cNvPr>
                <p:cNvSpPr txBox="1"/>
                <p:nvPr/>
              </p:nvSpPr>
              <p:spPr>
                <a:xfrm>
                  <a:off x="4921898" y="2025185"/>
                  <a:ext cx="6204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7C5A0A-3B14-5363-32F0-7AD474D68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1898" y="2025185"/>
                  <a:ext cx="62048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1024DA-26CA-123E-0388-0102C40D3579}"/>
                    </a:ext>
                  </a:extLst>
                </p:cNvPr>
                <p:cNvSpPr txBox="1"/>
                <p:nvPr/>
              </p:nvSpPr>
              <p:spPr>
                <a:xfrm>
                  <a:off x="6177531" y="2025185"/>
                  <a:ext cx="6204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1024DA-26CA-123E-0388-0102C40D3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7531" y="2025185"/>
                  <a:ext cx="62048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88F9B75-A72A-7171-8DCE-097579FA8FFE}"/>
                    </a:ext>
                  </a:extLst>
                </p:cNvPr>
                <p:cNvSpPr txBox="1"/>
                <p:nvPr/>
              </p:nvSpPr>
              <p:spPr>
                <a:xfrm>
                  <a:off x="4921898" y="2714677"/>
                  <a:ext cx="17726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88F9B75-A72A-7171-8DCE-097579FA8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1898" y="2714677"/>
                  <a:ext cx="177267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25C075-2E26-B023-2F14-C8048F475AB9}"/>
                    </a:ext>
                  </a:extLst>
                </p:cNvPr>
                <p:cNvSpPr txBox="1"/>
                <p:nvPr/>
              </p:nvSpPr>
              <p:spPr>
                <a:xfrm>
                  <a:off x="6260982" y="2714677"/>
                  <a:ext cx="17726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25C075-2E26-B023-2F14-C8048F475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0982" y="2714677"/>
                  <a:ext cx="177267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24D9ECC-D4F5-5A50-8524-365B0A05690A}"/>
                </a:ext>
              </a:extLst>
            </p:cNvPr>
            <p:cNvCxnSpPr>
              <a:cxnSpLocks/>
            </p:cNvCxnSpPr>
            <p:nvPr/>
          </p:nvCxnSpPr>
          <p:spPr>
            <a:xfrm>
              <a:off x="5185486" y="2025185"/>
              <a:ext cx="0" cy="79387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80679C-9357-1C54-CBEB-1FB6D5AEE5E5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03" y="2027901"/>
              <a:ext cx="0" cy="79387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583F65-5878-060B-FCEF-1C22471E6FF2}"/>
                </a:ext>
              </a:extLst>
            </p:cNvPr>
            <p:cNvCxnSpPr>
              <a:cxnSpLocks/>
            </p:cNvCxnSpPr>
            <p:nvPr/>
          </p:nvCxnSpPr>
          <p:spPr>
            <a:xfrm>
              <a:off x="6519652" y="2025184"/>
              <a:ext cx="0" cy="79387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765842-65D1-602D-4837-1F36B83201DE}"/>
                </a:ext>
              </a:extLst>
            </p:cNvPr>
            <p:cNvCxnSpPr>
              <a:cxnSpLocks/>
            </p:cNvCxnSpPr>
            <p:nvPr/>
          </p:nvCxnSpPr>
          <p:spPr>
            <a:xfrm>
              <a:off x="7040613" y="2016245"/>
              <a:ext cx="0" cy="793875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E98F4B2-0B5C-5054-F50C-8A44D4841E83}"/>
                </a:ext>
              </a:extLst>
            </p:cNvPr>
            <p:cNvCxnSpPr>
              <a:cxnSpLocks/>
            </p:cNvCxnSpPr>
            <p:nvPr/>
          </p:nvCxnSpPr>
          <p:spPr>
            <a:xfrm>
              <a:off x="6672052" y="2177584"/>
              <a:ext cx="0" cy="793875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24954-3A09-946B-2BB2-B5EAE29BC5D5}"/>
                    </a:ext>
                  </a:extLst>
                </p:cNvPr>
                <p:cNvSpPr txBox="1"/>
                <p:nvPr/>
              </p:nvSpPr>
              <p:spPr>
                <a:xfrm>
                  <a:off x="5330534" y="3477946"/>
                  <a:ext cx="2314480" cy="298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A24954-3A09-946B-2BB2-B5EAE29BC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534" y="3477946"/>
                  <a:ext cx="2314480" cy="298159"/>
                </a:xfrm>
                <a:prstGeom prst="rect">
                  <a:avLst/>
                </a:prstGeom>
                <a:blipFill>
                  <a:blip r:embed="rId11"/>
                  <a:stretch>
                    <a:fillRect l="-546" r="-327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6F2DCC-B3D0-AD29-6D69-3B8C06359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AFAFD"/>
                </a:clrFrom>
                <a:clrTo>
                  <a:srgbClr val="FAFA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23756" y="4004941"/>
              <a:ext cx="2670547" cy="36933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56FF85-FA82-E415-3CD7-A65A5A3E15DD}"/>
                  </a:ext>
                </a:extLst>
              </p:cNvPr>
              <p:cNvSpPr txBox="1"/>
              <p:nvPr/>
            </p:nvSpPr>
            <p:spPr>
              <a:xfrm>
                <a:off x="4952225" y="5075025"/>
                <a:ext cx="2942078" cy="11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Inconsistency </a:t>
                </a:r>
              </a:p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since </a:t>
                </a:r>
              </a:p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resample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endParaRPr lang="en-US" b="1" dirty="0">
                  <a:solidFill>
                    <a:srgbClr val="C00000"/>
                  </a:solidFill>
                  <a:latin typeface="Times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56FF85-FA82-E415-3CD7-A65A5A3E1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225" y="5075025"/>
                <a:ext cx="2942078" cy="1181990"/>
              </a:xfrm>
              <a:prstGeom prst="rect">
                <a:avLst/>
              </a:prstGeom>
              <a:blipFill>
                <a:blip r:embed="rId13"/>
                <a:stretch>
                  <a:fillRect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C5113F-E266-FC03-1685-4B1902EFC869}"/>
              </a:ext>
            </a:extLst>
          </p:cNvPr>
          <p:cNvSpPr/>
          <p:nvPr/>
        </p:nvSpPr>
        <p:spPr>
          <a:xfrm>
            <a:off x="4661307" y="1738265"/>
            <a:ext cx="3494679" cy="2864843"/>
          </a:xfrm>
          <a:prstGeom prst="roundRect">
            <a:avLst>
              <a:gd name="adj" fmla="val 3710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67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92F3-FEE8-E374-B06A-97CF7138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E3F1D-F48F-8892-3E4A-D237B02F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7AD27-D543-A83F-3A39-54BB621B9C68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C92EC-D636-AA25-47E9-3C475A1E3B3D}"/>
                  </a:ext>
                </a:extLst>
              </p:cNvPr>
              <p:cNvSpPr txBox="1"/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C92EC-D636-AA25-47E9-3C475A1E3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DCEF91-2800-0561-4082-BE9A796CCE18}"/>
                  </a:ext>
                </a:extLst>
              </p:cNvPr>
              <p:cNvSpPr txBox="1"/>
              <p:nvPr/>
            </p:nvSpPr>
            <p:spPr>
              <a:xfrm>
                <a:off x="2001417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DCEF91-2800-0561-4082-BE9A796CC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417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047C17-07EA-E803-7657-21EC7F13B70A}"/>
                  </a:ext>
                </a:extLst>
              </p:cNvPr>
              <p:cNvSpPr txBox="1"/>
              <p:nvPr/>
            </p:nvSpPr>
            <p:spPr>
              <a:xfrm>
                <a:off x="93306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047C17-07EA-E803-7657-21EC7F13B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6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DAB32E-405B-9E0D-9C31-D9B67BFB94FB}"/>
                  </a:ext>
                </a:extLst>
              </p:cNvPr>
              <p:cNvSpPr txBox="1"/>
              <p:nvPr/>
            </p:nvSpPr>
            <p:spPr>
              <a:xfrm>
                <a:off x="5330534" y="2843677"/>
                <a:ext cx="2314480" cy="298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DAB32E-405B-9E0D-9C31-D9B67BFB9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534" y="2843677"/>
                <a:ext cx="2314480" cy="298159"/>
              </a:xfrm>
              <a:prstGeom prst="rect">
                <a:avLst/>
              </a:prstGeom>
              <a:blipFill>
                <a:blip r:embed="rId5"/>
                <a:stretch>
                  <a:fillRect l="-546" r="-3279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C2C95CC-1D0A-82DD-3686-2070E088F27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141" y="3397518"/>
            <a:ext cx="2387600" cy="33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96C44-B895-FD2E-A034-7B62CAEECC2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0534" y="3855510"/>
            <a:ext cx="15875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F98CE-1D82-4F76-E709-F03BDA03732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13717" y="4626141"/>
            <a:ext cx="2768600" cy="48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F0400-84E2-EBEE-2605-ACE7A988C8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778" y="2099696"/>
            <a:ext cx="3479567" cy="43494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B8319C-2C8C-C144-28D0-D65049949AB3}"/>
                  </a:ext>
                </a:extLst>
              </p:cNvPr>
              <p:cNvSpPr txBox="1"/>
              <p:nvPr/>
            </p:nvSpPr>
            <p:spPr>
              <a:xfrm>
                <a:off x="4571999" y="1824965"/>
                <a:ext cx="3372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B8319C-2C8C-C144-28D0-D65049949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824965"/>
                <a:ext cx="337235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06C3C9-CF41-FBC3-DDCF-8D6B3A5FC36C}"/>
              </a:ext>
            </a:extLst>
          </p:cNvPr>
          <p:cNvSpPr/>
          <p:nvPr/>
        </p:nvSpPr>
        <p:spPr>
          <a:xfrm>
            <a:off x="4661307" y="1738265"/>
            <a:ext cx="3494679" cy="3304515"/>
          </a:xfrm>
          <a:prstGeom prst="roundRect">
            <a:avLst>
              <a:gd name="adj" fmla="val 3710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580D1A-AE54-0E0D-294C-70CFCE81FA15}"/>
                  </a:ext>
                </a:extLst>
              </p:cNvPr>
              <p:cNvSpPr txBox="1"/>
              <p:nvPr/>
            </p:nvSpPr>
            <p:spPr>
              <a:xfrm>
                <a:off x="4952225" y="5223432"/>
                <a:ext cx="2942078" cy="118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Consistency </a:t>
                </a:r>
              </a:p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since </a:t>
                </a:r>
              </a:p>
              <a:p>
                <a:pPr algn="ctr">
                  <a:lnSpc>
                    <a:spcPts val="2500"/>
                  </a:lnSpc>
                  <a:spcAft>
                    <a:spcPts val="6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" pitchFamily="2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endParaRPr lang="en-US" b="1" dirty="0">
                  <a:solidFill>
                    <a:srgbClr val="C00000"/>
                  </a:solidFill>
                  <a:latin typeface="Times" pitchFamily="2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580D1A-AE54-0E0D-294C-70CFCE81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225" y="5223432"/>
                <a:ext cx="2942078" cy="1181990"/>
              </a:xfrm>
              <a:prstGeom prst="rect">
                <a:avLst/>
              </a:prstGeom>
              <a:blipFill>
                <a:blip r:embed="rId11"/>
                <a:stretch>
                  <a:fillRect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177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F398-B651-821F-BA0E-D88B468C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5816F-A451-9051-0C69-14ABE76D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F2768-87BB-D422-8A87-F07A3FEE6F02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5FE26-E0FC-9E3F-B6CC-7BCAA925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871" y="1008014"/>
            <a:ext cx="3479567" cy="4349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7567FA-689F-632D-7339-2284FDA82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51" y="1008013"/>
            <a:ext cx="3575406" cy="43090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5A00D4-4D3E-0BAB-E73E-ED7574C275ED}"/>
                  </a:ext>
                </a:extLst>
              </p:cNvPr>
              <p:cNvSpPr txBox="1"/>
              <p:nvPr/>
            </p:nvSpPr>
            <p:spPr>
              <a:xfrm>
                <a:off x="444978" y="5531072"/>
                <a:ext cx="3372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5A00D4-4D3E-0BAB-E73E-ED7574C27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8" y="5531072"/>
                <a:ext cx="337235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E3A73F-2D5C-EC67-C2BD-7FCCFBAFA1FD}"/>
                  </a:ext>
                </a:extLst>
              </p:cNvPr>
              <p:cNvSpPr txBox="1"/>
              <p:nvPr/>
            </p:nvSpPr>
            <p:spPr>
              <a:xfrm>
                <a:off x="5359478" y="5531072"/>
                <a:ext cx="3372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E3A73F-2D5C-EC67-C2BD-7FCCFBAFA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78" y="5531072"/>
                <a:ext cx="33723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788D120-E86A-70C8-A8B8-F921372A1FDE}"/>
              </a:ext>
            </a:extLst>
          </p:cNvPr>
          <p:cNvSpPr txBox="1"/>
          <p:nvPr/>
        </p:nvSpPr>
        <p:spPr>
          <a:xfrm>
            <a:off x="936862" y="6067769"/>
            <a:ext cx="2231749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b="1" dirty="0">
                <a:latin typeface="Times" pitchFamily="2" charset="0"/>
              </a:rPr>
              <a:t>Inconsistency</a:t>
            </a:r>
            <a:endParaRPr lang="en-US" b="1" dirty="0">
              <a:latin typeface="Time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BA410E-86A1-1DBB-2130-643FE74FAADC}"/>
              </a:ext>
            </a:extLst>
          </p:cNvPr>
          <p:cNvSpPr txBox="1"/>
          <p:nvPr/>
        </p:nvSpPr>
        <p:spPr>
          <a:xfrm>
            <a:off x="5929778" y="6067769"/>
            <a:ext cx="2231749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b="1" dirty="0">
                <a:latin typeface="Times" pitchFamily="2" charset="0"/>
              </a:rPr>
              <a:t>Consistency</a:t>
            </a:r>
            <a:endParaRPr lang="en-US" b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998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5AB1-34BF-112E-2F24-2D6CE436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15FFA6-6BAD-6F2A-FD99-61874461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00835-0486-F4B3-75AB-2363D77FF8ED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C2E6DC-C2B4-B03F-512C-F6E4695EE6A8}"/>
                  </a:ext>
                </a:extLst>
              </p:cNvPr>
              <p:cNvSpPr txBox="1"/>
              <p:nvPr/>
            </p:nvSpPr>
            <p:spPr>
              <a:xfrm>
                <a:off x="444978" y="5531072"/>
                <a:ext cx="3372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C2E6DC-C2B4-B03F-512C-F6E4695EE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78" y="5531072"/>
                <a:ext cx="337235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F16383-6CA8-A113-FB42-26F7056541CD}"/>
                  </a:ext>
                </a:extLst>
              </p:cNvPr>
              <p:cNvSpPr txBox="1"/>
              <p:nvPr/>
            </p:nvSpPr>
            <p:spPr>
              <a:xfrm>
                <a:off x="5359478" y="5531072"/>
                <a:ext cx="33723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F16383-6CA8-A113-FB42-26F705654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478" y="5531072"/>
                <a:ext cx="337235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2B21021-FC87-B459-6F1C-714C1218F8E5}"/>
              </a:ext>
            </a:extLst>
          </p:cNvPr>
          <p:cNvSpPr txBox="1"/>
          <p:nvPr/>
        </p:nvSpPr>
        <p:spPr>
          <a:xfrm>
            <a:off x="3502780" y="6067769"/>
            <a:ext cx="2231749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Both are good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EB737-CAD3-340B-3E7B-CEB78BA49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29885"/>
            <a:ext cx="7772400" cy="3798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39C33-6773-3CDD-3B89-15466AC2E6A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171" y="854272"/>
            <a:ext cx="2794000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1781E0-88B4-E6F2-2995-145734DAA4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2780" y="3048000"/>
            <a:ext cx="2003490" cy="546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4F800-BB2B-F419-0007-431DCB50AB2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48831" y="917509"/>
            <a:ext cx="2003490" cy="54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06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30F20-5546-A7A8-2981-64E13C09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CC6F9B-F8A2-8628-AE53-5226334A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AFE9D-1990-4F49-6DDD-1E2ADDBF0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84" y="1710380"/>
            <a:ext cx="5773404" cy="4602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85FD6-C5CE-C9D5-118E-DB4EE4EC4542}"/>
              </a:ext>
            </a:extLst>
          </p:cNvPr>
          <p:cNvSpPr txBox="1"/>
          <p:nvPr/>
        </p:nvSpPr>
        <p:spPr>
          <a:xfrm>
            <a:off x="23148" y="281352"/>
            <a:ext cx="6284345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- 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631A56-EE4D-7B5D-80F0-7D3BD10AD0DF}"/>
                  </a:ext>
                </a:extLst>
              </p:cNvPr>
              <p:cNvSpPr txBox="1"/>
              <p:nvPr/>
            </p:nvSpPr>
            <p:spPr>
              <a:xfrm>
                <a:off x="2649016" y="1341630"/>
                <a:ext cx="15124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small, easy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631A56-EE4D-7B5D-80F0-7D3BD10A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016" y="1341630"/>
                <a:ext cx="1512437" cy="369332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725799-E694-32F4-EAEF-0C2A11A6C3AA}"/>
                  </a:ext>
                </a:extLst>
              </p:cNvPr>
              <p:cNvSpPr txBox="1"/>
              <p:nvPr/>
            </p:nvSpPr>
            <p:spPr>
              <a:xfrm>
                <a:off x="5921396" y="1341630"/>
                <a:ext cx="15124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large, easy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725799-E694-32F4-EAEF-0C2A11A6C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96" y="1341630"/>
                <a:ext cx="1512437" cy="369332"/>
              </a:xfrm>
              <a:prstGeom prst="rect">
                <a:avLst/>
              </a:prstGeom>
              <a:blipFill>
                <a:blip r:embed="rId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867408-317E-4DE9-5CC8-35C328653DDE}"/>
                  </a:ext>
                </a:extLst>
              </p:cNvPr>
              <p:cNvSpPr txBox="1"/>
              <p:nvPr/>
            </p:nvSpPr>
            <p:spPr>
              <a:xfrm>
                <a:off x="1532642" y="89428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867408-317E-4DE9-5CC8-35C328653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894283"/>
                <a:ext cx="6078715" cy="347146"/>
              </a:xfrm>
              <a:prstGeom prst="rect">
                <a:avLst/>
              </a:prstGeom>
              <a:blipFill>
                <a:blip r:embed="rId5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3131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D037A-E384-2E63-048A-B50FD8CB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EB7A5-1E37-7A98-2B9F-FA337B56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365A57-9D4D-C7A9-9801-BC0036B29771}"/>
                  </a:ext>
                </a:extLst>
              </p:cNvPr>
              <p:cNvSpPr txBox="1"/>
              <p:nvPr/>
            </p:nvSpPr>
            <p:spPr>
              <a:xfrm>
                <a:off x="2649016" y="1341630"/>
                <a:ext cx="15124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small, easy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365A57-9D4D-C7A9-9801-BC0036B29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016" y="1341630"/>
                <a:ext cx="1512437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541502-47EC-C0D2-38FE-6AA20EAADB49}"/>
                  </a:ext>
                </a:extLst>
              </p:cNvPr>
              <p:cNvSpPr txBox="1"/>
              <p:nvPr/>
            </p:nvSpPr>
            <p:spPr>
              <a:xfrm>
                <a:off x="5921396" y="1341630"/>
                <a:ext cx="15124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large, easy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541502-47EC-C0D2-38FE-6AA20EAAD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96" y="1341630"/>
                <a:ext cx="1512437" cy="369332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CB3A16-7448-2E30-E86D-01F0A3AD7C62}"/>
                  </a:ext>
                </a:extLst>
              </p:cNvPr>
              <p:cNvSpPr txBox="1"/>
              <p:nvPr/>
            </p:nvSpPr>
            <p:spPr>
              <a:xfrm>
                <a:off x="1532642" y="89428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CB3A16-7448-2E30-E86D-01F0A3AD7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894283"/>
                <a:ext cx="6078715" cy="347146"/>
              </a:xfrm>
              <a:prstGeom prst="rect">
                <a:avLst/>
              </a:prstGeom>
              <a:blipFill>
                <a:blip r:embed="rId4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55EBF0F-C398-73F2-3DB9-1E82A48C7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45" y="1959429"/>
            <a:ext cx="7578451" cy="4335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8D4EC4-BC82-C779-CA4E-21C34411398E}"/>
              </a:ext>
            </a:extLst>
          </p:cNvPr>
          <p:cNvSpPr txBox="1"/>
          <p:nvPr/>
        </p:nvSpPr>
        <p:spPr>
          <a:xfrm>
            <a:off x="23148" y="281352"/>
            <a:ext cx="6284345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2 </a:t>
            </a:r>
            <a:r>
              <a:rPr lang="en-US" altLang="zh-CN" sz="2400" b="1" dirty="0">
                <a:solidFill>
                  <a:srgbClr val="C00000"/>
                </a:solidFill>
                <a:latin typeface="Times" pitchFamily="2" charset="0"/>
              </a:rPr>
              <a:t>- Problem</a:t>
            </a:r>
            <a:endParaRPr lang="en-US" sz="2400" b="1" dirty="0">
              <a:solidFill>
                <a:srgbClr val="C00000"/>
              </a:solidFill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8575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5B2F-E5B5-5564-9AE5-830EB73B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F240D6-953F-7B00-4BD9-2EB9B00E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DAB1F2-4EFB-4A20-D2D3-A4E53BF0CBF8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0C01F26-33FF-99A7-A2E3-EDB94C93CE94}"/>
              </a:ext>
            </a:extLst>
          </p:cNvPr>
          <p:cNvSpPr txBox="1"/>
          <p:nvPr/>
        </p:nvSpPr>
        <p:spPr>
          <a:xfrm>
            <a:off x="187777" y="1613119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Introduction of Diffusion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8135181-AA8C-82EB-7B47-0DDC72FD1858}"/>
              </a:ext>
            </a:extLst>
          </p:cNvPr>
          <p:cNvSpPr txBox="1"/>
          <p:nvPr/>
        </p:nvSpPr>
        <p:spPr>
          <a:xfrm>
            <a:off x="187777" y="3202613"/>
            <a:ext cx="565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process of Diffusion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0FD5F753-11C8-68F7-5A1D-2E3CC45BAA37}"/>
                  </a:ext>
                </a:extLst>
              </p:cNvPr>
              <p:cNvSpPr txBox="1"/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process of Diffusion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progressive: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</m:sub>
                    </m:sSub>
                    <m:r>
                      <a:rPr lang="en-US" altLang="zh-CN" b="1"/>
                      <m:t>→</m:t>
                    </m:r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  <m:r>
                          <a:rPr lang="en-US" altLang="zh-CN" b="1"/>
                          <m:t>−1</m:t>
                        </m:r>
                      </m:sub>
                    </m:sSub>
                  </m:oMath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one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𝑡</m:t>
                        </m:r>
                      </m:sub>
                    </m:sSub>
                    <m:r>
                      <a:rPr lang="en-US" altLang="zh-CN" b="1"/>
                      <m:t>→</m:t>
                    </m:r>
                    <m:sSub>
                      <m:sSubPr>
                        <m:ctrlPr>
                          <a:rPr lang="en-US" altLang="zh-CN" b="1"/>
                        </m:ctrlPr>
                      </m:sSubPr>
                      <m:e>
                        <m:r>
                          <a:rPr lang="en-US" altLang="zh-CN" b="1"/>
                          <m:t>𝑥</m:t>
                        </m:r>
                      </m:e>
                      <m:sub>
                        <m:r>
                          <a:rPr lang="en-US" altLang="zh-CN" b="1"/>
                          <m:t>0</m:t>
                        </m:r>
                      </m:sub>
                    </m:sSub>
                  </m:oMath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Backward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altLang="zh-CN" b="1">
                        <a:solidFill>
                          <a:srgbClr val="C00000"/>
                        </a:solidFill>
                      </a:rPr>
                      <m:t>→</m:t>
                    </m:r>
                    <m:r>
                      <a:rPr lang="en-US" altLang="zh-CN" b="1">
                        <a:solidFill>
                          <a:srgbClr val="C00000"/>
                        </a:solidFill>
                      </a:rPr>
                      <m:t>𝜖</m:t>
                    </m:r>
                  </m:oMath>
                </a14:m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0FD5F753-11C8-68F7-5A1D-2E3CC45BA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76" y="4506217"/>
                <a:ext cx="5653185" cy="1477328"/>
              </a:xfrm>
              <a:prstGeom prst="rect">
                <a:avLst/>
              </a:prstGeom>
              <a:blipFill>
                <a:blip r:embed="rId2"/>
                <a:stretch>
                  <a:fillRect l="-673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211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709D-24DD-D2C9-7877-BB259FC5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B11BC4-8336-8E1D-2999-65335B38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F47F0-B813-4E88-729A-1C01D0E0B188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F37BB5-F1F7-9C5D-DAB2-DDA100A29333}"/>
                  </a:ext>
                </a:extLst>
              </p:cNvPr>
              <p:cNvSpPr txBox="1"/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F37BB5-F1F7-9C5D-DAB2-DDA100A29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42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488C636-4368-46E8-636E-9EC4F53F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512" y="1784388"/>
            <a:ext cx="2823950" cy="11685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E626EC-6515-16F1-ED3C-96024451E790}"/>
                  </a:ext>
                </a:extLst>
              </p:cNvPr>
              <p:cNvSpPr txBox="1"/>
              <p:nvPr/>
            </p:nvSpPr>
            <p:spPr>
              <a:xfrm>
                <a:off x="1243393" y="2137822"/>
                <a:ext cx="25705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E626EC-6515-16F1-ED3C-96024451E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93" y="2137822"/>
                <a:ext cx="2570583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8B55A6-4775-EC20-2248-30FC7894A4CB}"/>
              </a:ext>
            </a:extLst>
          </p:cNvPr>
          <p:cNvCxnSpPr>
            <a:stCxn id="15" idx="3"/>
          </p:cNvCxnSpPr>
          <p:nvPr/>
        </p:nvCxnSpPr>
        <p:spPr>
          <a:xfrm flipV="1">
            <a:off x="3813976" y="2368653"/>
            <a:ext cx="1149910" cy="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4B76ED-AD97-0BAC-DD21-5399F3846ACD}"/>
              </a:ext>
            </a:extLst>
          </p:cNvPr>
          <p:cNvSpPr txBox="1"/>
          <p:nvPr/>
        </p:nvSpPr>
        <p:spPr>
          <a:xfrm>
            <a:off x="1532642" y="3800007"/>
            <a:ext cx="5796043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Can we instead directly predict noise?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5A2229-663D-C553-70BC-D2B057D7A001}"/>
                  </a:ext>
                </a:extLst>
              </p:cNvPr>
              <p:cNvSpPr txBox="1"/>
              <p:nvPr/>
            </p:nvSpPr>
            <p:spPr>
              <a:xfrm>
                <a:off x="1503272" y="5015061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5A2229-663D-C553-70BC-D2B057D7A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2" y="5015061"/>
                <a:ext cx="5598648" cy="313547"/>
              </a:xfrm>
              <a:prstGeom prst="rect">
                <a:avLst/>
              </a:prstGeom>
              <a:blipFill>
                <a:blip r:embed="rId5"/>
                <a:stretch>
                  <a:fillRect l="-452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A01D9CFF-B5AA-6AB6-538F-93C31911CAA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3449" y="5559334"/>
            <a:ext cx="21971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04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7F594-D71E-B844-584D-5CFF8DA9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8591BA-0CC6-9419-4DCE-9C67ABF3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134A2-BEBE-247B-80AD-758C6E1107A0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711D46-44EA-F7BD-EE1A-38C5B11FFC78}"/>
                  </a:ext>
                </a:extLst>
              </p:cNvPr>
              <p:cNvSpPr txBox="1"/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711D46-44EA-F7BD-EE1A-38C5B11FF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B5EDDE2A-49AC-74DA-F5A6-AC743E39A54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03873" y="1724451"/>
            <a:ext cx="2197100" cy="76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0409A7-3125-8D5F-1F77-AA745A8C025B}"/>
                  </a:ext>
                </a:extLst>
              </p:cNvPr>
              <p:cNvSpPr txBox="1"/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0409A7-3125-8D5F-1F77-AA745A8C0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32F1AB-84E0-F691-22F2-1B9E2798D06B}"/>
                  </a:ext>
                </a:extLst>
              </p:cNvPr>
              <p:cNvSpPr txBox="1"/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32F1AB-84E0-F691-22F2-1B9E2798D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C913A0-995D-8799-B534-DFC9CCE992C1}"/>
              </a:ext>
            </a:extLst>
          </p:cNvPr>
          <p:cNvCxnSpPr>
            <a:stCxn id="4" idx="3"/>
            <a:endCxn id="35" idx="1"/>
          </p:cNvCxnSpPr>
          <p:nvPr/>
        </p:nvCxnSpPr>
        <p:spPr>
          <a:xfrm>
            <a:off x="3865806" y="2100978"/>
            <a:ext cx="438067" cy="44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A7318D3-F14B-B5DC-664E-0944BC65DA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067" y="2519170"/>
            <a:ext cx="5033865" cy="386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22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CFC0-D3DA-615D-2FA2-AC2FA0B8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20613D-6F9B-E1BC-8844-9D975E3E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E805F-419C-2C08-420E-F55D3B7E11BF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1684E2-71B2-8F8D-A43B-14FED19A544B}"/>
                  </a:ext>
                </a:extLst>
              </p:cNvPr>
              <p:cNvSpPr txBox="1"/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1684E2-71B2-8F8D-A43B-14FED19A5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D15C0-1B2E-70B3-5B83-D82D81C383A9}"/>
                  </a:ext>
                </a:extLst>
              </p:cNvPr>
              <p:cNvSpPr txBox="1"/>
              <p:nvPr/>
            </p:nvSpPr>
            <p:spPr>
              <a:xfrm>
                <a:off x="2523752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D15C0-1B2E-70B3-5B83-D82D81C38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752" y="1916312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EACB0-0655-4638-CDCC-11E8EBACBFA1}"/>
                  </a:ext>
                </a:extLst>
              </p:cNvPr>
              <p:cNvSpPr txBox="1"/>
              <p:nvPr/>
            </p:nvSpPr>
            <p:spPr>
              <a:xfrm>
                <a:off x="4187711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EACB0-0655-4638-CDCC-11E8EBACB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711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91F259B-72B4-25BF-1EC1-47009275749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7698" y="2461727"/>
            <a:ext cx="21971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C5DEC6-B3D9-347B-335E-4A40FB3C8B0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1585" y="2592096"/>
            <a:ext cx="2768600" cy="482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2EC4FC-0AF1-76BE-1C4E-13DEADDE51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" y="3634274"/>
            <a:ext cx="5417790" cy="2816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75AB0-E06F-98DB-19F3-84D14AFA36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484" y="3871295"/>
            <a:ext cx="2260015" cy="23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93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62A2-D86F-0590-AB41-3C132230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295841-8527-9312-1A94-C5641A09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C085E-0A2F-D80A-5CDB-D99F2CAFF41A}"/>
              </a:ext>
            </a:extLst>
          </p:cNvPr>
          <p:cNvSpPr txBox="1"/>
          <p:nvPr/>
        </p:nvSpPr>
        <p:spPr>
          <a:xfrm>
            <a:off x="23149" y="281352"/>
            <a:ext cx="3709098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Backward Optimization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C4C215-8878-32F5-FEAE-E3FD42F0942A}"/>
                  </a:ext>
                </a:extLst>
              </p:cNvPr>
              <p:cNvSpPr txBox="1"/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C4C215-8878-32F5-FEAE-E3FD42F09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72" y="1198840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45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B3C04-16DB-2E85-2FF9-B1EE3A645852}"/>
                  </a:ext>
                </a:extLst>
              </p:cNvPr>
              <p:cNvSpPr txBox="1"/>
              <p:nvPr/>
            </p:nvSpPr>
            <p:spPr>
              <a:xfrm>
                <a:off x="2523752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B3C04-16DB-2E85-2FF9-B1EE3A645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752" y="1916312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4C7A36-84CD-C041-E3F7-69D99E0B3CD8}"/>
                  </a:ext>
                </a:extLst>
              </p:cNvPr>
              <p:cNvSpPr txBox="1"/>
              <p:nvPr/>
            </p:nvSpPr>
            <p:spPr>
              <a:xfrm>
                <a:off x="4187711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4C7A36-84CD-C041-E3F7-69D99E0B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711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467920E-3FB8-3B8D-8857-EBA3EDE64C8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7698" y="2461727"/>
            <a:ext cx="2197100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B376D3-2BCF-4333-6060-47CEEA003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30" y="2550627"/>
            <a:ext cx="3594100" cy="58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6ECD05-CCD1-52AF-4A9F-0CB1E5332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6302" y="1864827"/>
            <a:ext cx="17653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EA12E-54FC-D576-5C86-A348C4E14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130" y="3487267"/>
            <a:ext cx="4089400" cy="685800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82456-2F29-F551-4264-A226200D7E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011" y="5050823"/>
            <a:ext cx="4089400" cy="584200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52ECE4-8B43-41AC-DA76-06D049F27E4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196" y="3588867"/>
            <a:ext cx="40894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51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9C05-B784-3815-AE30-1721BFD1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8B213-6BFD-040D-07C4-CDEC460B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20B1A-DC98-BD17-17DC-F29615AE6F2A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- 1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23D84-2373-ED50-B0CC-50FA3EBABB73}"/>
                  </a:ext>
                </a:extLst>
              </p:cNvPr>
              <p:cNvSpPr txBox="1"/>
              <p:nvPr/>
            </p:nvSpPr>
            <p:spPr>
              <a:xfrm>
                <a:off x="169707" y="1148050"/>
                <a:ext cx="6388416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𝒅𝒂𝒕𝒂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23D84-2373-ED50-B0CC-50FA3EBA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07" y="1148050"/>
                <a:ext cx="6388416" cy="347146"/>
              </a:xfrm>
              <a:prstGeom prst="rect">
                <a:avLst/>
              </a:prstGeom>
              <a:blipFill>
                <a:blip r:embed="rId2"/>
                <a:stretch>
                  <a:fillRect l="-198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CB9A247-8D0F-BB9E-688B-F188E6F98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1" y="2211514"/>
            <a:ext cx="3728315" cy="392695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3D67C41-19EF-DD40-B887-7AD33AC4D501}"/>
              </a:ext>
            </a:extLst>
          </p:cNvPr>
          <p:cNvGrpSpPr/>
          <p:nvPr/>
        </p:nvGrpSpPr>
        <p:grpSpPr>
          <a:xfrm>
            <a:off x="6392563" y="942080"/>
            <a:ext cx="2353668" cy="1986786"/>
            <a:chOff x="3640142" y="4431844"/>
            <a:chExt cx="2353668" cy="198678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D5E84A3-321B-BA7A-152E-D02DCB35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0142" y="5082059"/>
              <a:ext cx="819877" cy="8700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3C8BFB4-304B-867A-EAE2-36B9466C7349}"/>
                    </a:ext>
                  </a:extLst>
                </p:cNvPr>
                <p:cNvSpPr txBox="1"/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3C8BFB4-304B-867A-EAE2-36B9466C7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246" y="5842958"/>
                  <a:ext cx="232222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6E52221-4F35-CE2D-EADA-FBF02E0B0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1350" y="4701292"/>
              <a:ext cx="819877" cy="81987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89A67B0-0B88-07D6-636D-A072969C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41349" y="5564598"/>
              <a:ext cx="819871" cy="85403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D983D86-F942-9050-5B6C-DDCF35DC0055}"/>
                    </a:ext>
                  </a:extLst>
                </p:cNvPr>
                <p:cNvSpPr txBox="1"/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D983D86-F942-9050-5B6C-DDCF35DC0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220" y="4943405"/>
                  <a:ext cx="232222" cy="310854"/>
                </a:xfrm>
                <a:prstGeom prst="rect">
                  <a:avLst/>
                </a:prstGeom>
                <a:blipFill>
                  <a:blip r:embed="rId8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68B720B-A5E1-E1A8-503C-24D04AD75CAC}"/>
                    </a:ext>
                  </a:extLst>
                </p:cNvPr>
                <p:cNvSpPr txBox="1"/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68B720B-A5E1-E1A8-503C-24D04AD75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588" y="5842958"/>
                  <a:ext cx="232222" cy="310854"/>
                </a:xfrm>
                <a:prstGeom prst="rect">
                  <a:avLst/>
                </a:prstGeom>
                <a:blipFill>
                  <a:blip r:embed="rId9"/>
                  <a:stretch>
                    <a:fillRect r="-94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B0C1BA8-1489-8B01-91D7-4CDB8A24F631}"/>
                </a:ext>
              </a:extLst>
            </p:cNvPr>
            <p:cNvSpPr/>
            <p:nvPr/>
          </p:nvSpPr>
          <p:spPr>
            <a:xfrm>
              <a:off x="4959868" y="5575059"/>
              <a:ext cx="819871" cy="814043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709A7F3E-D16B-3712-57A6-A3E0361A7238}"/>
                </a:ext>
              </a:extLst>
            </p:cNvPr>
            <p:cNvSpPr/>
            <p:nvPr/>
          </p:nvSpPr>
          <p:spPr>
            <a:xfrm>
              <a:off x="4950513" y="4713153"/>
              <a:ext cx="810707" cy="785095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1E7E362-3525-1B96-96E4-B3EA9F8B71CE}"/>
                </a:ext>
              </a:extLst>
            </p:cNvPr>
            <p:cNvCxnSpPr>
              <a:stCxn id="15" idx="3"/>
              <a:endCxn id="22" idx="1"/>
            </p:cNvCxnSpPr>
            <p:nvPr/>
          </p:nvCxnSpPr>
          <p:spPr>
            <a:xfrm flipV="1">
              <a:off x="4460019" y="5105701"/>
              <a:ext cx="490494" cy="4113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8F03BAB-BBAC-DBE8-0565-1D6616CC89AB}"/>
                </a:ext>
              </a:extLst>
            </p:cNvPr>
            <p:cNvCxnSpPr>
              <a:cxnSpLocks/>
              <a:stCxn id="15" idx="3"/>
              <a:endCxn id="18" idx="1"/>
            </p:cNvCxnSpPr>
            <p:nvPr/>
          </p:nvCxnSpPr>
          <p:spPr>
            <a:xfrm>
              <a:off x="4460019" y="5517096"/>
              <a:ext cx="481330" cy="4745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F47396-488E-2D10-4166-B3CA21622CD0}"/>
                </a:ext>
              </a:extLst>
            </p:cNvPr>
            <p:cNvSpPr txBox="1"/>
            <p:nvPr/>
          </p:nvSpPr>
          <p:spPr>
            <a:xfrm>
              <a:off x="3762109" y="6129868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2E2A10-01C5-B465-7F24-132FCB95545D}"/>
                </a:ext>
              </a:extLst>
            </p:cNvPr>
            <p:cNvSpPr txBox="1"/>
            <p:nvPr/>
          </p:nvSpPr>
          <p:spPr>
            <a:xfrm>
              <a:off x="4959868" y="4431844"/>
              <a:ext cx="7542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E8F7101-980E-DEE4-0D3E-0A4D3F21B45A}"/>
                </a:ext>
              </a:extLst>
            </p:cNvPr>
            <p:cNvSpPr txBox="1"/>
            <p:nvPr/>
          </p:nvSpPr>
          <p:spPr>
            <a:xfrm rot="19110548">
              <a:off x="4353632" y="5068742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3BF7D8-6260-9C2E-BC5A-3E141AAC3BAC}"/>
                </a:ext>
              </a:extLst>
            </p:cNvPr>
            <p:cNvSpPr txBox="1"/>
            <p:nvPr/>
          </p:nvSpPr>
          <p:spPr>
            <a:xfrm rot="2695546">
              <a:off x="4355134" y="5694375"/>
              <a:ext cx="5714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Map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ECCD01-6F6B-7289-15F7-2BCB63E39186}"/>
              </a:ext>
            </a:extLst>
          </p:cNvPr>
          <p:cNvGrpSpPr/>
          <p:nvPr/>
        </p:nvGrpSpPr>
        <p:grpSpPr>
          <a:xfrm>
            <a:off x="4407212" y="3208277"/>
            <a:ext cx="4556429" cy="1624244"/>
            <a:chOff x="635488" y="1156250"/>
            <a:chExt cx="3654308" cy="130266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2ED9E8A-F045-E3D1-2C99-E56239246DB9}"/>
                </a:ext>
              </a:extLst>
            </p:cNvPr>
            <p:cNvGrpSpPr/>
            <p:nvPr/>
          </p:nvGrpSpPr>
          <p:grpSpPr>
            <a:xfrm>
              <a:off x="635489" y="1156250"/>
              <a:ext cx="3654307" cy="569485"/>
              <a:chOff x="635489" y="1156250"/>
              <a:chExt cx="3654307" cy="569485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C9BEB632-674A-B4CF-5AC3-A63B7F7FB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489" y="1281235"/>
                <a:ext cx="469900" cy="4445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236F1FE0-AA18-648B-64E7-03CFC1EC99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18485" y="1353800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FAEA8C2E-10C8-DFED-2227-50C77C4A72B3}"/>
                  </a:ext>
                </a:extLst>
              </p:cNvPr>
              <p:cNvCxnSpPr>
                <a:cxnSpLocks/>
                <a:stCxn id="37" idx="3"/>
                <a:endCxn id="38" idx="1"/>
              </p:cNvCxnSpPr>
              <p:nvPr/>
            </p:nvCxnSpPr>
            <p:spPr>
              <a:xfrm>
                <a:off x="1105389" y="1503485"/>
                <a:ext cx="2613096" cy="1430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354D72-C3C7-EA0E-FEBA-9AB1094A6E86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Forward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16FF9A5-D95A-DE7B-3FCC-79E0F836D3ED}"/>
                </a:ext>
              </a:extLst>
            </p:cNvPr>
            <p:cNvGrpSpPr/>
            <p:nvPr/>
          </p:nvGrpSpPr>
          <p:grpSpPr>
            <a:xfrm>
              <a:off x="1105389" y="1926321"/>
              <a:ext cx="3184407" cy="516733"/>
              <a:chOff x="1105389" y="1156250"/>
              <a:chExt cx="3184407" cy="516733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06F1D479-8A10-D95C-BF78-0B5E32DEC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18485" y="1345008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7D75D562-1A13-BD9B-E370-AEFBF19CD66E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 flipH="1" flipV="1">
                <a:off x="1105389" y="1503485"/>
                <a:ext cx="2613096" cy="551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EFD57C-A5F3-E7CF-883C-594ADDEE05AA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Backward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3AE4BD-3C3E-3330-3666-CAC3B761B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5488" y="2014412"/>
              <a:ext cx="469900" cy="4445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C91FF379-4B30-BF7F-CCB4-B09209F109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5941" y="4986192"/>
            <a:ext cx="44577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20FE9DF-6F80-E5A6-2354-FF3A1F8E48C3}"/>
                  </a:ext>
                </a:extLst>
              </p:cNvPr>
              <p:cNvSpPr txBox="1"/>
              <p:nvPr/>
            </p:nvSpPr>
            <p:spPr>
              <a:xfrm>
                <a:off x="6135342" y="5724063"/>
                <a:ext cx="1012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20FE9DF-6F80-E5A6-2354-FF3A1F8E4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342" y="5724063"/>
                <a:ext cx="1012649" cy="276999"/>
              </a:xfrm>
              <a:prstGeom prst="rect">
                <a:avLst/>
              </a:prstGeom>
              <a:blipFill>
                <a:blip r:embed="rId13"/>
                <a:stretch>
                  <a:fillRect l="-243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2801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8C62-583C-A56A-0C61-0E2E5F61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B01884-75CF-57D8-358F-D8893E9A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733F3-3E8E-C085-B42E-FB8EC51249D3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FE8E64-5531-511F-D620-B0910D3BC309}"/>
                  </a:ext>
                </a:extLst>
              </p:cNvPr>
              <p:cNvSpPr txBox="1"/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FE8E64-5531-511F-D620-B0910D3BC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7E199-7744-2A7A-7265-EFB7D46CC1F7}"/>
                  </a:ext>
                </a:extLst>
              </p:cNvPr>
              <p:cNvSpPr txBox="1"/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7E199-7744-2A7A-7265-EFB7D46C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5F-7760-9ECF-4A11-A7A8591A64C2}"/>
                  </a:ext>
                </a:extLst>
              </p:cNvPr>
              <p:cNvSpPr txBox="1"/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5F-7760-9ECF-4A11-A7A8591A6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B001849-F661-AA43-3BD2-77B627F3E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" y="2307380"/>
            <a:ext cx="5024535" cy="400557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6BD7E36-5B5C-EE10-FB84-35985BE47E40}"/>
              </a:ext>
            </a:extLst>
          </p:cNvPr>
          <p:cNvGrpSpPr/>
          <p:nvPr/>
        </p:nvGrpSpPr>
        <p:grpSpPr>
          <a:xfrm>
            <a:off x="5617695" y="1664383"/>
            <a:ext cx="3061897" cy="4648570"/>
            <a:chOff x="3415004" y="2078818"/>
            <a:chExt cx="4031345" cy="6120385"/>
          </a:xfrm>
        </p:grpSpPr>
        <p:pic>
          <p:nvPicPr>
            <p:cNvPr id="7" name="Picture 2" descr="Noise Review">
              <a:extLst>
                <a:ext uri="{FF2B5EF4-FFF2-40B4-BE49-F238E27FC236}">
                  <a16:creationId xmlns:a16="http://schemas.microsoft.com/office/drawing/2014/main" id="{EAEA7C9B-7A68-AB56-84C7-9BB9572FE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5004" y="2078818"/>
              <a:ext cx="4031345" cy="3023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The 30 Cutest Dog Breeds - Most Adorable Dogs and Puppies">
              <a:extLst>
                <a:ext uri="{FF2B5EF4-FFF2-40B4-BE49-F238E27FC236}">
                  <a16:creationId xmlns:a16="http://schemas.microsoft.com/office/drawing/2014/main" id="{22AED55C-E1E3-6F0A-CA80-D68A1C6C5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2682" y="5729505"/>
              <a:ext cx="2475986" cy="2469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76106D7-CF46-3FDC-C523-FE35517D1D6E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5430675" y="4794487"/>
              <a:ext cx="1" cy="93501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2DBF13-C1D5-FC9F-1509-26DB4D95379A}"/>
                </a:ext>
              </a:extLst>
            </p:cNvPr>
            <p:cNvSpPr txBox="1"/>
            <p:nvPr/>
          </p:nvSpPr>
          <p:spPr>
            <a:xfrm>
              <a:off x="5430675" y="4917556"/>
              <a:ext cx="1700151" cy="68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One-shot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9832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FBAA-AEE8-2850-2937-22D9734C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8E105C-B356-165B-DC1F-E5B588AF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3B69C-0625-769D-BAAF-1F830415E3BB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9FD119-FAFB-7F50-F314-26C38555F0E0}"/>
                  </a:ext>
                </a:extLst>
              </p:cNvPr>
              <p:cNvSpPr txBox="1"/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9FD119-FAFB-7F50-F314-26C38555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220597-50EF-23FD-16B2-4F6FD82FADDD}"/>
                  </a:ext>
                </a:extLst>
              </p:cNvPr>
              <p:cNvSpPr txBox="1"/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220597-50EF-23FD-16B2-4F6FD82FA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A3C15C-415E-4459-8F81-4651E4FC13AC}"/>
                  </a:ext>
                </a:extLst>
              </p:cNvPr>
              <p:cNvSpPr txBox="1"/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A3C15C-415E-4459-8F81-4651E4FC1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AA0413D-3F36-61F1-2641-20F02AD90930}"/>
              </a:ext>
            </a:extLst>
          </p:cNvPr>
          <p:cNvGrpSpPr/>
          <p:nvPr/>
        </p:nvGrpSpPr>
        <p:grpSpPr>
          <a:xfrm>
            <a:off x="275698" y="3582453"/>
            <a:ext cx="3372351" cy="1768086"/>
            <a:chOff x="954042" y="2313992"/>
            <a:chExt cx="3372351" cy="176808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B0AE788-32B1-8C02-BDBB-CDF3F5DCF336}"/>
                </a:ext>
              </a:extLst>
            </p:cNvPr>
            <p:cNvGrpSpPr/>
            <p:nvPr/>
          </p:nvGrpSpPr>
          <p:grpSpPr>
            <a:xfrm>
              <a:off x="954042" y="2508626"/>
              <a:ext cx="3372351" cy="1452180"/>
              <a:chOff x="4661307" y="2658615"/>
              <a:chExt cx="3372351" cy="145218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70800D7-1D85-BE9C-E9DC-276C35406F12}"/>
                      </a:ext>
                    </a:extLst>
                  </p:cNvPr>
                  <p:cNvSpPr txBox="1"/>
                  <p:nvPr/>
                </p:nvSpPr>
                <p:spPr>
                  <a:xfrm>
                    <a:off x="4661307" y="2938522"/>
                    <a:ext cx="33723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70800D7-1D85-BE9C-E9DC-276C35406F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1307" y="2938522"/>
                    <a:ext cx="33723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6F823E1-6949-DBA3-C8F5-DF6AB8E4867F}"/>
                      </a:ext>
                    </a:extLst>
                  </p:cNvPr>
                  <p:cNvSpPr txBox="1"/>
                  <p:nvPr/>
                </p:nvSpPr>
                <p:spPr>
                  <a:xfrm>
                    <a:off x="4921898" y="2667555"/>
                    <a:ext cx="62048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6F823E1-6949-DBA3-C8F5-DF6AB8E486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1898" y="2667555"/>
                    <a:ext cx="62048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B42AC5A-B051-1232-9B42-F63768994E55}"/>
                      </a:ext>
                    </a:extLst>
                  </p:cNvPr>
                  <p:cNvSpPr txBox="1"/>
                  <p:nvPr/>
                </p:nvSpPr>
                <p:spPr>
                  <a:xfrm>
                    <a:off x="6177531" y="2667555"/>
                    <a:ext cx="62048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B42AC5A-B051-1232-9B42-F63768994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7531" y="2667555"/>
                    <a:ext cx="6204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FC01BA2-DFF0-F3D5-83E6-4017FCDB40A0}"/>
                      </a:ext>
                    </a:extLst>
                  </p:cNvPr>
                  <p:cNvSpPr txBox="1"/>
                  <p:nvPr/>
                </p:nvSpPr>
                <p:spPr>
                  <a:xfrm>
                    <a:off x="4921898" y="3357047"/>
                    <a:ext cx="177267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FC01BA2-DFF0-F3D5-83E6-4017FCDB40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1898" y="3357047"/>
                    <a:ext cx="177267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0FE4C28-7FB8-7720-5BF3-627F6781D5EA}"/>
                      </a:ext>
                    </a:extLst>
                  </p:cNvPr>
                  <p:cNvSpPr txBox="1"/>
                  <p:nvPr/>
                </p:nvSpPr>
                <p:spPr>
                  <a:xfrm>
                    <a:off x="6260982" y="3357047"/>
                    <a:ext cx="177267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C0FE4C28-7FB8-7720-5BF3-627F6781D5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0982" y="3357047"/>
                    <a:ext cx="177267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0EEF633-7C60-EB5D-AAF5-DD05BA3E2A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5486" y="2667555"/>
                <a:ext cx="0" cy="793875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A5B7D05-9F69-98D5-7FCE-97CD43A66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9103" y="2670271"/>
                <a:ext cx="0" cy="793875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C313621-0C57-FF7A-A08A-259D642C5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9652" y="2667554"/>
                <a:ext cx="0" cy="793875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89148E2-F40E-3D5A-3009-921A837EFD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0613" y="2658615"/>
                <a:ext cx="0" cy="793875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B2C4F35-0916-1EB9-EDD0-AD7140C219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2052" y="2819954"/>
                <a:ext cx="0" cy="793875"/>
              </a:xfrm>
              <a:prstGeom prst="line">
                <a:avLst/>
              </a:prstGeom>
              <a:ln w="28575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E74CB7A-33EC-BA21-ED69-D976B6BBF775}"/>
                      </a:ext>
                    </a:extLst>
                  </p:cNvPr>
                  <p:cNvSpPr txBox="1"/>
                  <p:nvPr/>
                </p:nvSpPr>
                <p:spPr>
                  <a:xfrm>
                    <a:off x="5330534" y="3812636"/>
                    <a:ext cx="2314480" cy="298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E74CB7A-33EC-BA21-ED69-D976B6BBF7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0534" y="3812636"/>
                    <a:ext cx="2314480" cy="29815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093" r="-2732" b="-29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72AA13B-F4B3-0607-9ABF-AFE593A497F1}"/>
                </a:ext>
              </a:extLst>
            </p:cNvPr>
            <p:cNvSpPr/>
            <p:nvPr/>
          </p:nvSpPr>
          <p:spPr>
            <a:xfrm>
              <a:off x="954042" y="2313992"/>
              <a:ext cx="3372351" cy="1768086"/>
            </a:xfrm>
            <a:prstGeom prst="roundRect">
              <a:avLst>
                <a:gd name="adj" fmla="val 4529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5ABBAA7-6106-8CFB-0244-7041D4C6FFF2}"/>
              </a:ext>
            </a:extLst>
          </p:cNvPr>
          <p:cNvGrpSpPr/>
          <p:nvPr/>
        </p:nvGrpSpPr>
        <p:grpSpPr>
          <a:xfrm>
            <a:off x="4090148" y="3452846"/>
            <a:ext cx="4843099" cy="2027301"/>
            <a:chOff x="716075" y="4285651"/>
            <a:chExt cx="4843099" cy="202730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00AF859-6750-EEE9-6194-FFA60BCA22B2}"/>
                </a:ext>
              </a:extLst>
            </p:cNvPr>
            <p:cNvGrpSpPr/>
            <p:nvPr/>
          </p:nvGrpSpPr>
          <p:grpSpPr>
            <a:xfrm>
              <a:off x="716075" y="4343688"/>
              <a:ext cx="4782377" cy="1899498"/>
              <a:chOff x="716075" y="4600729"/>
              <a:chExt cx="4782377" cy="189949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9B9E679-E0FE-D393-0CC0-6A3FB8B27BCB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633" y="5094645"/>
                    <a:ext cx="2314480" cy="298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9B9E679-E0FE-D393-0CC0-6A3FB8B27B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633" y="5094645"/>
                    <a:ext cx="2314480" cy="29815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93" r="-2732" b="-29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7EF0A62-9B54-E53B-5015-13E83BA3CE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clrChange>
                  <a:clrFrom>
                    <a:srgbClr val="FAFAFD"/>
                  </a:clrFrom>
                  <a:clrTo>
                    <a:srgbClr val="FAFAFD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75220" y="5453912"/>
                <a:ext cx="2387600" cy="330200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BA276D1-C279-76F4-99D6-C9BF636FC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clrChange>
                  <a:clrFrom>
                    <a:srgbClr val="FAFAFD"/>
                  </a:clrFrom>
                  <a:clrTo>
                    <a:srgbClr val="FAFAFD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108039" y="5814427"/>
                <a:ext cx="1587500" cy="68580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1C22A26-5860-BF16-4591-19E96B3982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clrChange>
                  <a:clrFrom>
                    <a:srgbClr val="FAFAFD"/>
                  </a:clrFrom>
                  <a:clrTo>
                    <a:srgbClr val="FAFAFD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729852" y="5930325"/>
                <a:ext cx="2768600" cy="4826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B630A1F-CE11-9D55-FDC4-5CFAFDC45AED}"/>
                      </a:ext>
                    </a:extLst>
                  </p:cNvPr>
                  <p:cNvSpPr txBox="1"/>
                  <p:nvPr/>
                </p:nvSpPr>
                <p:spPr>
                  <a:xfrm>
                    <a:off x="716075" y="4600729"/>
                    <a:ext cx="337235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B630A1F-CE11-9D55-FDC4-5CFAFDC45A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075" y="4600729"/>
                    <a:ext cx="337235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7F11D620-7086-7527-B570-B54DCBDD9069}"/>
                </a:ext>
              </a:extLst>
            </p:cNvPr>
            <p:cNvSpPr/>
            <p:nvPr/>
          </p:nvSpPr>
          <p:spPr>
            <a:xfrm>
              <a:off x="954042" y="4285651"/>
              <a:ext cx="4544407" cy="2027301"/>
            </a:xfrm>
            <a:prstGeom prst="roundRect">
              <a:avLst>
                <a:gd name="adj" fmla="val 4529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116CF7-544D-A1C5-6430-D552A816D473}"/>
                </a:ext>
              </a:extLst>
            </p:cNvPr>
            <p:cNvSpPr txBox="1"/>
            <p:nvPr/>
          </p:nvSpPr>
          <p:spPr>
            <a:xfrm>
              <a:off x="4267871" y="4318659"/>
              <a:ext cx="129130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Consistency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0BCDCDF-246D-A288-21B8-CB6F9DC05C0B}"/>
              </a:ext>
            </a:extLst>
          </p:cNvPr>
          <p:cNvSpPr txBox="1"/>
          <p:nvPr/>
        </p:nvSpPr>
        <p:spPr>
          <a:xfrm>
            <a:off x="2263808" y="3540588"/>
            <a:ext cx="1384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Inconsistency</a:t>
            </a:r>
          </a:p>
        </p:txBody>
      </p:sp>
    </p:spTree>
    <p:extLst>
      <p:ext uri="{BB962C8B-B14F-4D97-AF65-F5344CB8AC3E}">
        <p14:creationId xmlns:p14="http://schemas.microsoft.com/office/powerpoint/2010/main" val="29996585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A7DD-C2C0-39D5-C2EB-F6496587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DDD3A2-DB50-D852-7E15-0689FA36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76D97-31B1-57BE-AF1A-26473469210F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145D36-FD45-822B-19FD-3B71A594A8C6}"/>
                  </a:ext>
                </a:extLst>
              </p:cNvPr>
              <p:cNvSpPr txBox="1"/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145D36-FD45-822B-19FD-3B71A594A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DB6FB4-8BDF-43F1-2949-E7462463DA04}"/>
                  </a:ext>
                </a:extLst>
              </p:cNvPr>
              <p:cNvSpPr txBox="1"/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DB6FB4-8BDF-43F1-2949-E7462463D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45F20B-E20D-EC9B-981D-204A9406C7AD}"/>
                  </a:ext>
                </a:extLst>
              </p:cNvPr>
              <p:cNvSpPr txBox="1"/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45F20B-E20D-EC9B-981D-204A9406C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47E30094-C4B2-C282-B197-6DBDBA397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17" y="2560430"/>
            <a:ext cx="3603827" cy="3591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E3C2C7A-1429-4634-40F1-FF4210786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840" y="2560431"/>
            <a:ext cx="3603827" cy="35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41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ECA1-7721-E5B0-785B-79325530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8F3098-EDA7-8560-DF2F-E94B059E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A13A2-0F91-FC02-83E4-BA012FA7EBE4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- 2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9AB25D-CB45-4CE2-774F-BC403225C283}"/>
                  </a:ext>
                </a:extLst>
              </p:cNvPr>
              <p:cNvSpPr txBox="1"/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9AB25D-CB45-4CE2-774F-BC403225C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7" y="1043573"/>
                <a:ext cx="6078715" cy="347146"/>
              </a:xfrm>
              <a:prstGeom prst="rect">
                <a:avLst/>
              </a:prstGeom>
              <a:blipFill>
                <a:blip r:embed="rId2"/>
                <a:stretch>
                  <a:fillRect l="-41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90882-E2AB-79E2-66A0-2AA8389C4D29}"/>
                  </a:ext>
                </a:extLst>
              </p:cNvPr>
              <p:cNvSpPr txBox="1"/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90882-E2AB-79E2-66A0-2AA8389C4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852" y="1664383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20D473-14B8-E9FE-46F8-C5F1A2CB5C77}"/>
                  </a:ext>
                </a:extLst>
              </p:cNvPr>
              <p:cNvSpPr txBox="1"/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20D473-14B8-E9FE-46F8-C5F1A2CB5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1" y="1664383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D99BCA3-2422-6F09-8EA7-3DF85C7C0DD9}"/>
              </a:ext>
            </a:extLst>
          </p:cNvPr>
          <p:cNvGrpSpPr/>
          <p:nvPr/>
        </p:nvGrpSpPr>
        <p:grpSpPr>
          <a:xfrm>
            <a:off x="2236256" y="3208277"/>
            <a:ext cx="4556429" cy="1624244"/>
            <a:chOff x="635488" y="1156250"/>
            <a:chExt cx="3654308" cy="13026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987989C-ED9B-0176-D0A1-D323A4AC8A67}"/>
                </a:ext>
              </a:extLst>
            </p:cNvPr>
            <p:cNvGrpSpPr/>
            <p:nvPr/>
          </p:nvGrpSpPr>
          <p:grpSpPr>
            <a:xfrm>
              <a:off x="635489" y="1156250"/>
              <a:ext cx="3654307" cy="569485"/>
              <a:chOff x="635489" y="1156250"/>
              <a:chExt cx="3654307" cy="569485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C05CCE6-B867-D811-079E-969F7CA2F6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489" y="1281235"/>
                <a:ext cx="469900" cy="444500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1E8C561-6437-CFD3-C1F6-5F8641B38A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8485" y="1353800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C08FD5-E609-9ACA-A4E2-3B1DCE498DB9}"/>
                  </a:ext>
                </a:extLst>
              </p:cNvPr>
              <p:cNvCxnSpPr>
                <a:cxnSpLocks/>
                <a:stCxn id="34" idx="3"/>
                <a:endCxn id="35" idx="1"/>
              </p:cNvCxnSpPr>
              <p:nvPr/>
            </p:nvCxnSpPr>
            <p:spPr>
              <a:xfrm>
                <a:off x="1105389" y="1503485"/>
                <a:ext cx="2613096" cy="1430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56C4039-1FAC-9752-1094-AF5E59DA208D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Forward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600DD5-1781-9A2B-E880-8E47812E421F}"/>
                </a:ext>
              </a:extLst>
            </p:cNvPr>
            <p:cNvGrpSpPr/>
            <p:nvPr/>
          </p:nvGrpSpPr>
          <p:grpSpPr>
            <a:xfrm>
              <a:off x="1105389" y="1926321"/>
              <a:ext cx="3184407" cy="516733"/>
              <a:chOff x="1105389" y="1156250"/>
              <a:chExt cx="3184407" cy="516733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7A7D2FC-DEB8-4B04-CBDA-F6C3BAC2C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8485" y="1345008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E0602BE-66E9-C4AD-4F69-E9DB5B7C5A99}"/>
                  </a:ext>
                </a:extLst>
              </p:cNvPr>
              <p:cNvCxnSpPr>
                <a:cxnSpLocks/>
                <a:stCxn id="11" idx="1"/>
              </p:cNvCxnSpPr>
              <p:nvPr/>
            </p:nvCxnSpPr>
            <p:spPr>
              <a:xfrm flipH="1" flipV="1">
                <a:off x="1105389" y="1503485"/>
                <a:ext cx="2613096" cy="551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02F62F-E07B-A27E-F949-E909570E2567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Backward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65A032-FEED-813A-3DA4-7D31FAC3D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488" y="2014412"/>
              <a:ext cx="469900" cy="4445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F4E6EC-B470-E5AB-16C7-A25243699D66}"/>
              </a:ext>
            </a:extLst>
          </p:cNvPr>
          <p:cNvSpPr txBox="1"/>
          <p:nvPr/>
        </p:nvSpPr>
        <p:spPr>
          <a:xfrm>
            <a:off x="1278294" y="5525865"/>
            <a:ext cx="3814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hat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clean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string?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460292-14DB-8A1E-12C1-5EDFA1CF95FA}"/>
                  </a:ext>
                </a:extLst>
              </p:cNvPr>
              <p:cNvSpPr txBox="1"/>
              <p:nvPr/>
            </p:nvSpPr>
            <p:spPr>
              <a:xfrm>
                <a:off x="6543708" y="5525865"/>
                <a:ext cx="8109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460292-14DB-8A1E-12C1-5EDFA1CF9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708" y="5525865"/>
                <a:ext cx="810991" cy="276999"/>
              </a:xfrm>
              <a:prstGeom prst="rect">
                <a:avLst/>
              </a:prstGeom>
              <a:blipFill>
                <a:blip r:embed="rId7"/>
                <a:stretch>
                  <a:fillRect l="-4688" r="-312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949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24F2-7DFF-9E34-A7FA-12F9EE74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F08A60-ABFA-96C9-2BF7-32D4A492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45E59-8158-9686-8152-CCBF3CD3814E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A9E978-5450-020C-B882-7316BE3BAE9F}"/>
                  </a:ext>
                </a:extLst>
              </p:cNvPr>
              <p:cNvSpPr txBox="1"/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A9E978-5450-020C-B882-7316BE3BA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68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28788560-8DAF-D3A4-2B33-A02A34DF29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03873" y="1724451"/>
            <a:ext cx="2197100" cy="76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88C50F-5240-1F2F-A19B-3C1043D8F1E4}"/>
                  </a:ext>
                </a:extLst>
              </p:cNvPr>
              <p:cNvSpPr txBox="1"/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F88C50F-5240-1F2F-A19B-3C1043D8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59148E-D3CB-242D-B640-4222CA04B321}"/>
                  </a:ext>
                </a:extLst>
              </p:cNvPr>
              <p:cNvSpPr txBox="1"/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59148E-D3CB-242D-B640-4222CA04B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3B486F-18B9-D7D0-55DA-C0A3B2760745}"/>
              </a:ext>
            </a:extLst>
          </p:cNvPr>
          <p:cNvCxnSpPr>
            <a:stCxn id="36" idx="3"/>
            <a:endCxn id="33" idx="1"/>
          </p:cNvCxnSpPr>
          <p:nvPr/>
        </p:nvCxnSpPr>
        <p:spPr>
          <a:xfrm>
            <a:off x="3865806" y="2100978"/>
            <a:ext cx="438067" cy="44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C553390B-B42E-14F4-FB9C-6FF000A39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371" y="2481978"/>
            <a:ext cx="5033865" cy="386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097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3A43-E1D4-D3A1-867E-BED64D18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94EDC-0FB6-5985-02AC-1238FB46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4E5A3-8821-3415-7585-B14D101800DB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57F3F4-278A-7B6E-B685-600B70D37088}"/>
                  </a:ext>
                </a:extLst>
              </p:cNvPr>
              <p:cNvSpPr txBox="1"/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57F3F4-278A-7B6E-B685-600B70D37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68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AF78E190-DB0C-4C12-1CC1-92079A6845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03873" y="1724451"/>
            <a:ext cx="2197100" cy="76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36B25E-2C21-3BE2-4D9A-AD1A40B65D81}"/>
                  </a:ext>
                </a:extLst>
              </p:cNvPr>
              <p:cNvSpPr txBox="1"/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436B25E-2C21-3BE2-4D9A-AD1A40B65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10D98B-58E2-9A52-D8C0-ADD614A7D4A1}"/>
                  </a:ext>
                </a:extLst>
              </p:cNvPr>
              <p:cNvSpPr txBox="1"/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10D98B-58E2-9A52-D8C0-ADD614A7D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3CCEA1-F4D8-AC86-2FC1-CC680DB11C47}"/>
              </a:ext>
            </a:extLst>
          </p:cNvPr>
          <p:cNvCxnSpPr>
            <a:stCxn id="36" idx="3"/>
            <a:endCxn id="33" idx="1"/>
          </p:cNvCxnSpPr>
          <p:nvPr/>
        </p:nvCxnSpPr>
        <p:spPr>
          <a:xfrm>
            <a:off x="3865806" y="2100978"/>
            <a:ext cx="438067" cy="44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E2F8CF-08E7-0CBB-1BCE-587CEE2E2EAB}"/>
              </a:ext>
            </a:extLst>
          </p:cNvPr>
          <p:cNvGrpSpPr/>
          <p:nvPr/>
        </p:nvGrpSpPr>
        <p:grpSpPr>
          <a:xfrm>
            <a:off x="389299" y="3486575"/>
            <a:ext cx="3476507" cy="2171564"/>
            <a:chOff x="389299" y="3486575"/>
            <a:chExt cx="3476507" cy="217156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23580C-30CD-8CE0-8386-F0F007D2CAC6}"/>
                </a:ext>
              </a:extLst>
            </p:cNvPr>
            <p:cNvGrpSpPr/>
            <p:nvPr/>
          </p:nvGrpSpPr>
          <p:grpSpPr>
            <a:xfrm>
              <a:off x="389299" y="3486575"/>
              <a:ext cx="3476507" cy="2171564"/>
              <a:chOff x="389299" y="3331674"/>
              <a:chExt cx="3476507" cy="217156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254F4D5-1CC1-C9E2-AC93-E20A90126F89}"/>
                  </a:ext>
                </a:extLst>
              </p:cNvPr>
              <p:cNvGrpSpPr/>
              <p:nvPr/>
            </p:nvGrpSpPr>
            <p:grpSpPr>
              <a:xfrm>
                <a:off x="471018" y="3429000"/>
                <a:ext cx="3394788" cy="2074238"/>
                <a:chOff x="1117072" y="3445135"/>
                <a:chExt cx="3394788" cy="2074238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9A415166-4849-1AD5-4CE7-C4A897B1F9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7072" y="3445135"/>
                      <a:ext cx="173082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9A415166-4849-1AD5-4CE7-C4A897B1F9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7072" y="3445135"/>
                      <a:ext cx="1730829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78AC9113-3A4D-2C30-A9A4-7B327D65EC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81031" y="3445135"/>
                      <a:ext cx="173082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78AC9113-3A4D-2C30-A9A4-7B327D65ECE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81031" y="3445135"/>
                      <a:ext cx="1730829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2F53F5F0-F3D0-2672-6BF5-DFC0B6AAE1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548380" y="3990550"/>
                  <a:ext cx="2197100" cy="762000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C656CCBC-FE2E-FCB0-8953-77A3D80CD5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AFAFD"/>
                    </a:clrFrom>
                    <a:clrTo>
                      <a:srgbClr val="FAFAFD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117072" y="5036773"/>
                  <a:ext cx="2768600" cy="482600"/>
                </a:xfrm>
                <a:prstGeom prst="rect">
                  <a:avLst/>
                </a:prstGeom>
              </p:spPr>
            </p:pic>
          </p:grp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FA7396-6E97-CD24-2DE8-87CA0C208B78}"/>
                  </a:ext>
                </a:extLst>
              </p:cNvPr>
              <p:cNvSpPr/>
              <p:nvPr/>
            </p:nvSpPr>
            <p:spPr>
              <a:xfrm>
                <a:off x="389299" y="3331674"/>
                <a:ext cx="3331676" cy="2171563"/>
              </a:xfrm>
              <a:prstGeom prst="roundRect">
                <a:avLst>
                  <a:gd name="adj" fmla="val 4529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289617-176D-0D9F-028E-74646014858F}"/>
                </a:ext>
              </a:extLst>
            </p:cNvPr>
            <p:cNvSpPr txBox="1"/>
            <p:nvPr/>
          </p:nvSpPr>
          <p:spPr>
            <a:xfrm>
              <a:off x="471018" y="4848762"/>
              <a:ext cx="2951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Introduce some noise</a:t>
              </a: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DA4E437-89D7-B0BB-4387-1B8FD8BDF621}"/>
              </a:ext>
            </a:extLst>
          </p:cNvPr>
          <p:cNvSpPr/>
          <p:nvPr/>
        </p:nvSpPr>
        <p:spPr>
          <a:xfrm>
            <a:off x="4903577" y="3486574"/>
            <a:ext cx="3331676" cy="2171563"/>
          </a:xfrm>
          <a:prstGeom prst="roundRect">
            <a:avLst>
              <a:gd name="adj" fmla="val 4529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8A614D-C0F5-8856-116D-44C93772E3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495" y="3552233"/>
            <a:ext cx="2661840" cy="4326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F9ADC50-90ED-81FE-FE20-960F5A6659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886" y="4075901"/>
            <a:ext cx="2661840" cy="446396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63FCFE-D3F9-DB2B-DDD6-E30760EBA2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4886" y="4921492"/>
            <a:ext cx="2661840" cy="38026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676770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76B9-2B16-5FA3-7E2D-0745B607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7E301-EFFC-635B-C7FA-3CB2C002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C6295-B931-FCE6-9272-503B737F2A8A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B90EF-9BC5-1F20-9CEC-33679525BDD9}"/>
                  </a:ext>
                </a:extLst>
              </p:cNvPr>
              <p:cNvSpPr txBox="1"/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B90EF-9BC5-1F20-9CEC-33679525B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68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8BE2A7D1-1920-3610-9561-B9037498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03873" y="1724451"/>
            <a:ext cx="2197100" cy="76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FD81C4-6154-1428-9885-CAC50092324F}"/>
                  </a:ext>
                </a:extLst>
              </p:cNvPr>
              <p:cNvSpPr txBox="1"/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FD81C4-6154-1428-9885-CAC500923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0CCEE1-49EF-0C26-9882-711E9AC46259}"/>
                  </a:ext>
                </a:extLst>
              </p:cNvPr>
              <p:cNvSpPr txBox="1"/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0CCEE1-49EF-0C26-9882-711E9AC46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6527CA-D939-850C-221C-FDFAF4B4CD2F}"/>
              </a:ext>
            </a:extLst>
          </p:cNvPr>
          <p:cNvCxnSpPr>
            <a:stCxn id="36" idx="3"/>
            <a:endCxn id="33" idx="1"/>
          </p:cNvCxnSpPr>
          <p:nvPr/>
        </p:nvCxnSpPr>
        <p:spPr>
          <a:xfrm>
            <a:off x="3865806" y="2100978"/>
            <a:ext cx="438067" cy="44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B112F93-3314-4B20-3F23-A6DB4FCA8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24" y="2889434"/>
            <a:ext cx="3377491" cy="33658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278CF0-80BE-B31D-0220-89011FF35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405" y="2889434"/>
            <a:ext cx="3377491" cy="336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069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9331-0D5F-C25A-8393-71FA86C9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BB561-837E-D47D-76D7-0450CBEB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73A04-2678-5F58-FCD1-10118968F41B}"/>
              </a:ext>
            </a:extLst>
          </p:cNvPr>
          <p:cNvSpPr txBox="1"/>
          <p:nvPr/>
        </p:nvSpPr>
        <p:spPr>
          <a:xfrm>
            <a:off x="23148" y="281352"/>
            <a:ext cx="676953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 of three backward optimization - 3</a:t>
            </a:r>
            <a:endParaRPr lang="en-US" sz="2400" b="1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63F087-ABBC-99F4-8AA5-69FEE2D21D99}"/>
                  </a:ext>
                </a:extLst>
              </p:cNvPr>
              <p:cNvSpPr txBox="1"/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𝑎𝑟𝑔𝑚𝑖𝑛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63F087-ABBC-99F4-8AA5-69FEE2D21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92" y="1108305"/>
                <a:ext cx="5598648" cy="313547"/>
              </a:xfrm>
              <a:prstGeom prst="rect">
                <a:avLst/>
              </a:prstGeom>
              <a:blipFill>
                <a:blip r:embed="rId2"/>
                <a:stretch>
                  <a:fillRect l="-68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1B4E29F-D7F3-427F-EB5F-F6B3B4F98669}"/>
                  </a:ext>
                </a:extLst>
              </p:cNvPr>
              <p:cNvSpPr txBox="1"/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1B4E29F-D7F3-427F-EB5F-F6B3B4F98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8" y="1916312"/>
                <a:ext cx="173082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FE44A46-B42A-9398-E03D-8A3D109E34F0}"/>
                  </a:ext>
                </a:extLst>
              </p:cNvPr>
              <p:cNvSpPr txBox="1"/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FE44A46-B42A-9398-E03D-8A3D109E3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977" y="1916312"/>
                <a:ext cx="1730829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B26C0541-DA92-9A15-8B28-A22B7A002738}"/>
              </a:ext>
            </a:extLst>
          </p:cNvPr>
          <p:cNvGrpSpPr/>
          <p:nvPr/>
        </p:nvGrpSpPr>
        <p:grpSpPr>
          <a:xfrm>
            <a:off x="2236256" y="3208277"/>
            <a:ext cx="4556429" cy="1624244"/>
            <a:chOff x="635488" y="1156250"/>
            <a:chExt cx="3654308" cy="13026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6A83815-83CD-1745-1927-A1894B22E990}"/>
                </a:ext>
              </a:extLst>
            </p:cNvPr>
            <p:cNvGrpSpPr/>
            <p:nvPr/>
          </p:nvGrpSpPr>
          <p:grpSpPr>
            <a:xfrm>
              <a:off x="635489" y="1156250"/>
              <a:ext cx="3654307" cy="569485"/>
              <a:chOff x="635489" y="1156250"/>
              <a:chExt cx="3654307" cy="569485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930866A-66F2-1A3F-3D35-97866AC01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489" y="1281235"/>
                <a:ext cx="469900" cy="4445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701BF4F-1836-1F8A-936F-7D1130979C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8485" y="1353800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DFC47FE-611C-BC1F-4F0F-EFFC6B1FC9DF}"/>
                  </a:ext>
                </a:extLst>
              </p:cNvPr>
              <p:cNvCxnSpPr>
                <a:cxnSpLocks/>
                <a:stCxn id="11" idx="3"/>
                <a:endCxn id="13" idx="1"/>
              </p:cNvCxnSpPr>
              <p:nvPr/>
            </p:nvCxnSpPr>
            <p:spPr>
              <a:xfrm>
                <a:off x="1105389" y="1503485"/>
                <a:ext cx="2613096" cy="1430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7FA905-8F1A-8CED-EB09-4F8AF9862D3D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Forward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EA4BA4-BA44-C3F3-49A9-7D39E60BAC0F}"/>
                </a:ext>
              </a:extLst>
            </p:cNvPr>
            <p:cNvGrpSpPr/>
            <p:nvPr/>
          </p:nvGrpSpPr>
          <p:grpSpPr>
            <a:xfrm>
              <a:off x="1105389" y="1926321"/>
              <a:ext cx="3184407" cy="516733"/>
              <a:chOff x="1105389" y="1156250"/>
              <a:chExt cx="3184407" cy="51673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88DA53B-B75D-E258-9C02-09A022CD0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8485" y="1345008"/>
                <a:ext cx="571311" cy="327975"/>
              </a:xfrm>
              <a:prstGeom prst="rect">
                <a:avLst/>
              </a:prstGeom>
            </p:spPr>
          </p:pic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839A38CA-F4A3-8915-3885-FCE7A758E2F7}"/>
                  </a:ext>
                </a:extLst>
              </p:cNvPr>
              <p:cNvCxnSpPr>
                <a:cxnSpLocks/>
                <a:stCxn id="7" idx="1"/>
              </p:cNvCxnSpPr>
              <p:nvPr/>
            </p:nvCxnSpPr>
            <p:spPr>
              <a:xfrm flipH="1" flipV="1">
                <a:off x="1105389" y="1503485"/>
                <a:ext cx="2613096" cy="551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AFD9F1-CD21-8D39-4D9B-AA4A612EAE74}"/>
                  </a:ext>
                </a:extLst>
              </p:cNvPr>
              <p:cNvSpPr txBox="1"/>
              <p:nvPr/>
            </p:nvSpPr>
            <p:spPr>
              <a:xfrm>
                <a:off x="1359743" y="1156250"/>
                <a:ext cx="2104387" cy="253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700"/>
                  </a:lnSpc>
                  <a:spcAft>
                    <a:spcPts val="600"/>
                  </a:spcAft>
                </a:pPr>
                <a:r>
                  <a:rPr lang="en-US" altLang="zh-CN" sz="2000" b="1" dirty="0">
                    <a:latin typeface="Times" pitchFamily="2" charset="0"/>
                  </a:rPr>
                  <a:t>Backward</a:t>
                </a:r>
                <a:r>
                  <a:rPr lang="zh-CN" altLang="en-US" sz="2000" b="1" dirty="0">
                    <a:latin typeface="Times" pitchFamily="2" charset="0"/>
                  </a:rPr>
                  <a:t> </a:t>
                </a:r>
                <a:r>
                  <a:rPr lang="en-US" altLang="zh-CN" sz="2000" b="1" dirty="0">
                    <a:latin typeface="Times" pitchFamily="2" charset="0"/>
                  </a:rPr>
                  <a:t>Process</a:t>
                </a:r>
                <a:endParaRPr lang="en-US" sz="2000" b="1" dirty="0">
                  <a:latin typeface="Times" pitchFamily="2" charset="0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EE3432-262E-0B06-767B-ACA85C2AC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488" y="2014412"/>
              <a:ext cx="469900" cy="44450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6607648-E85C-75D0-D784-C81CCDC06E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294" y="5468325"/>
            <a:ext cx="30988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ED3E79-903D-A926-1156-C583CB44D893}"/>
                  </a:ext>
                </a:extLst>
              </p:cNvPr>
              <p:cNvSpPr txBox="1"/>
              <p:nvPr/>
            </p:nvSpPr>
            <p:spPr>
              <a:xfrm>
                <a:off x="6543708" y="5621925"/>
                <a:ext cx="722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ED3E79-903D-A926-1156-C583CB44D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708" y="5621925"/>
                <a:ext cx="722762" cy="276999"/>
              </a:xfrm>
              <a:prstGeom prst="rect">
                <a:avLst/>
              </a:prstGeom>
              <a:blipFill>
                <a:blip r:embed="rId8"/>
                <a:stretch>
                  <a:fillRect l="-5172" r="-172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3038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F0DE3-5278-DBD2-D481-36FD42DC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15B37-9BA6-058F-63C6-2F59AC71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F61BF-A21E-BDAB-96B5-4FC12324EB4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F10185-1878-239E-8B9A-198040F6B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6161"/>
            <a:ext cx="7772400" cy="484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867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2075-B2B7-FF41-3D6C-4C740DE1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E4F6A-F10A-1984-5D0B-C0E3555B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62B456-DB6C-54A3-D044-1D5E027C56A2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C1F87-30DC-F485-580F-F44CC1F50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70" y="1283203"/>
            <a:ext cx="7467600" cy="195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DFB312-2CB6-FB3E-2F05-08E85FEB9345}"/>
              </a:ext>
            </a:extLst>
          </p:cNvPr>
          <p:cNvCxnSpPr>
            <a:cxnSpLocks/>
          </p:cNvCxnSpPr>
          <p:nvPr/>
        </p:nvCxnSpPr>
        <p:spPr>
          <a:xfrm>
            <a:off x="629970" y="2233944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2F3FC0-889D-CF31-972F-FF4A67115F26}"/>
              </a:ext>
            </a:extLst>
          </p:cNvPr>
          <p:cNvCxnSpPr>
            <a:cxnSpLocks/>
          </p:cNvCxnSpPr>
          <p:nvPr/>
        </p:nvCxnSpPr>
        <p:spPr>
          <a:xfrm>
            <a:off x="629970" y="2703216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CB793CB-2FD3-B96F-15A1-EC070BC1F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0" y="4320107"/>
            <a:ext cx="7772400" cy="1225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303088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FB487-CC0A-5C6A-5794-E319CF03B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F6F205-122D-8F73-15EA-B8B39327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49EF09-E109-766B-E48C-F0B54AF7B43B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B4DBB-DFD3-245B-E6A2-B703B8E7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70" y="1283203"/>
            <a:ext cx="7467600" cy="195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81D2DA-896A-AB52-2FC1-2BD3F47F2C37}"/>
              </a:ext>
            </a:extLst>
          </p:cNvPr>
          <p:cNvCxnSpPr>
            <a:cxnSpLocks/>
          </p:cNvCxnSpPr>
          <p:nvPr/>
        </p:nvCxnSpPr>
        <p:spPr>
          <a:xfrm>
            <a:off x="629970" y="2233944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E135D5-54AA-5991-294D-F84E17DE757F}"/>
              </a:ext>
            </a:extLst>
          </p:cNvPr>
          <p:cNvCxnSpPr>
            <a:cxnSpLocks/>
          </p:cNvCxnSpPr>
          <p:nvPr/>
        </p:nvCxnSpPr>
        <p:spPr>
          <a:xfrm>
            <a:off x="629970" y="2703216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88FEF8-BE7C-EB9F-3437-43C663498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8998"/>
            <a:ext cx="7772400" cy="24267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035414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937BC-A7D2-1172-A6D5-7B8E4ABA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0908BC-F4CD-F1D6-F69F-CF223628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F0393-87B2-6847-3F1A-FA1BD835ADB2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3F043-541D-B413-3178-EC7640C9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70" y="1283203"/>
            <a:ext cx="7467600" cy="195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5C37EF-D4F7-07F2-17B6-BAC688F8E564}"/>
              </a:ext>
            </a:extLst>
          </p:cNvPr>
          <p:cNvCxnSpPr>
            <a:cxnSpLocks/>
          </p:cNvCxnSpPr>
          <p:nvPr/>
        </p:nvCxnSpPr>
        <p:spPr>
          <a:xfrm>
            <a:off x="629970" y="2233944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55F179-4DEB-2FCF-D6F7-FAC5C72E3869}"/>
              </a:ext>
            </a:extLst>
          </p:cNvPr>
          <p:cNvCxnSpPr>
            <a:cxnSpLocks/>
          </p:cNvCxnSpPr>
          <p:nvPr/>
        </p:nvCxnSpPr>
        <p:spPr>
          <a:xfrm>
            <a:off x="629970" y="2703216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A6CB36-C905-A452-46DF-45CBD6E52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06581"/>
            <a:ext cx="7772400" cy="15682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88812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5E37-113C-5234-8230-A31CBED0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44DA0-E860-E1B1-23D4-8B54A100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553E08-15FE-84CE-4A3F-96130B534E91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Summary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CA643E-FA8F-9541-153C-D7CB952B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70" y="1283203"/>
            <a:ext cx="7467600" cy="195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7333AF-37A2-BA62-0351-872DAAA52636}"/>
              </a:ext>
            </a:extLst>
          </p:cNvPr>
          <p:cNvCxnSpPr>
            <a:cxnSpLocks/>
          </p:cNvCxnSpPr>
          <p:nvPr/>
        </p:nvCxnSpPr>
        <p:spPr>
          <a:xfrm>
            <a:off x="629970" y="2233944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1ECCDE-8EE9-1871-D222-78F2474569DE}"/>
              </a:ext>
            </a:extLst>
          </p:cNvPr>
          <p:cNvCxnSpPr>
            <a:cxnSpLocks/>
          </p:cNvCxnSpPr>
          <p:nvPr/>
        </p:nvCxnSpPr>
        <p:spPr>
          <a:xfrm>
            <a:off x="629970" y="2703216"/>
            <a:ext cx="746760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1EFE25F-B5FF-0B21-BE7F-18AAD7FA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7772400" cy="26189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7457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A433-3078-1185-2A69-5FD4AA3F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9627E-C6F0-A094-4713-CFC27A02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5896" y="6512780"/>
            <a:ext cx="529542" cy="365125"/>
          </a:xfrm>
          <a:prstGeom prst="rect">
            <a:avLst/>
          </a:prstGeom>
        </p:spPr>
        <p:txBody>
          <a:bodyPr/>
          <a:lstStyle/>
          <a:p>
            <a:fld id="{59B0C7C6-4DB5-A64D-B24E-470A75BAED06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597DE-9FDC-B564-FE64-AAECA42163A7}"/>
              </a:ext>
            </a:extLst>
          </p:cNvPr>
          <p:cNvSpPr txBox="1"/>
          <p:nvPr/>
        </p:nvSpPr>
        <p:spPr>
          <a:xfrm>
            <a:off x="23148" y="281352"/>
            <a:ext cx="7961987" cy="32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n-US" altLang="zh-CN" sz="2400" b="1" dirty="0">
                <a:latin typeface="Times" pitchFamily="2" charset="0"/>
              </a:rPr>
              <a:t>QA</a:t>
            </a:r>
            <a:endParaRPr lang="en-US" sz="2400" b="1" dirty="0">
              <a:latin typeface="Times" pitchFamily="2" charset="0"/>
            </a:endParaRPr>
          </a:p>
        </p:txBody>
      </p:sp>
      <p:pic>
        <p:nvPicPr>
          <p:cNvPr id="3" name="Picture 2" descr="Question Time Images – Browse 45,624 Stock Photos, Vectors ...">
            <a:extLst>
              <a:ext uri="{FF2B5EF4-FFF2-40B4-BE49-F238E27FC236}">
                <a16:creationId xmlns:a16="http://schemas.microsoft.com/office/drawing/2014/main" id="{C16FF834-6D50-9BA1-4D4A-2FD7D699E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93" y="1013690"/>
            <a:ext cx="6654013" cy="528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20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GL" id="{47C4D298-6B9A-3E42-A7F4-E25A08C0327C}" vid="{E4051923-E976-524D-974D-13917BBF111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GL" id="{47C4D298-6B9A-3E42-A7F4-E25A08C0327C}" vid="{517D5DCE-9B08-F44C-AE45-614FE2632D1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45546</TotalTime>
  <Words>2640</Words>
  <Application>Microsoft Macintosh PowerPoint</Application>
  <PresentationFormat>On-screen Show (4:3)</PresentationFormat>
  <Paragraphs>761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Times</vt:lpstr>
      <vt:lpstr>Arial</vt:lpstr>
      <vt:lpstr>Calibri</vt:lpstr>
      <vt:lpstr>Cambria Math</vt:lpstr>
      <vt:lpstr>Courier New</vt:lpstr>
      <vt:lpstr>Times New Roman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Yu</dc:creator>
  <cp:lastModifiedBy>Yu Wang</cp:lastModifiedBy>
  <cp:revision>2193</cp:revision>
  <dcterms:created xsi:type="dcterms:W3CDTF">2024-04-01T15:23:48Z</dcterms:created>
  <dcterms:modified xsi:type="dcterms:W3CDTF">2026-05-06T05:22:48Z</dcterms:modified>
</cp:coreProperties>
</file>